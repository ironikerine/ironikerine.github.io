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99" r:id="rId3"/>
    <p:sldId id="316" r:id="rId4"/>
    <p:sldId id="305" r:id="rId5"/>
    <p:sldId id="303" r:id="rId6"/>
    <p:sldId id="312" r:id="rId7"/>
    <p:sldId id="313" r:id="rId8"/>
    <p:sldId id="291" r:id="rId9"/>
    <p:sldId id="297" r:id="rId10"/>
    <p:sldId id="315" r:id="rId11"/>
    <p:sldId id="272" r:id="rId12"/>
    <p:sldId id="307" r:id="rId13"/>
    <p:sldId id="308" r:id="rId14"/>
    <p:sldId id="311" r:id="rId15"/>
    <p:sldId id="278" r:id="rId16"/>
    <p:sldId id="271" r:id="rId17"/>
    <p:sldId id="306" r:id="rId18"/>
    <p:sldId id="262" r:id="rId19"/>
    <p:sldId id="314" r:id="rId20"/>
    <p:sldId id="300" r:id="rId21"/>
    <p:sldId id="302" r:id="rId22"/>
    <p:sldId id="260" r:id="rId23"/>
    <p:sldId id="296" r:id="rId24"/>
    <p:sldId id="265" r:id="rId25"/>
    <p:sldId id="259" r:id="rId26"/>
    <p:sldId id="294" r:id="rId27"/>
    <p:sldId id="256" r:id="rId28"/>
    <p:sldId id="292" r:id="rId29"/>
    <p:sldId id="310" r:id="rId30"/>
    <p:sldId id="287" r:id="rId31"/>
    <p:sldId id="288" r:id="rId32"/>
    <p:sldId id="280" r:id="rId33"/>
    <p:sldId id="293" r:id="rId34"/>
    <p:sldId id="263" r:id="rId35"/>
    <p:sldId id="309" r:id="rId36"/>
    <p:sldId id="264" r:id="rId37"/>
    <p:sldId id="258" r:id="rId38"/>
    <p:sldId id="279" r:id="rId39"/>
    <p:sldId id="261" r:id="rId40"/>
    <p:sldId id="266" r:id="rId41"/>
    <p:sldId id="267" r:id="rId42"/>
    <p:sldId id="268" r:id="rId43"/>
    <p:sldId id="269" r:id="rId44"/>
    <p:sldId id="270" r:id="rId45"/>
    <p:sldId id="277" r:id="rId46"/>
    <p:sldId id="289" r:id="rId47"/>
    <p:sldId id="304" r:id="rId48"/>
    <p:sldId id="276" r:id="rId49"/>
    <p:sldId id="273" r:id="rId50"/>
    <p:sldId id="274" r:id="rId51"/>
    <p:sldId id="285" r:id="rId52"/>
    <p:sldId id="275" r:id="rId53"/>
    <p:sldId id="295" r:id="rId54"/>
  </p:sldIdLst>
  <p:sldSz cx="12192000" cy="6858000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66" y="3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KoPubWorld바탕체_Pro Light" panose="00000300000000000000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5CE9B6-B96E-43E8-8390-3954BDE3D6A0}" type="datetimeFigureOut">
              <a:rPr lang="en-US" smtClean="0"/>
              <a:t>12/21/2023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59DFCE-31EC-44CC-B312-755D0F663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179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KoPubWorld바탕체_Pro Light" panose="00000300000000000000" pitchFamily="50" charset="-127"/>
              </a:defRPr>
            </a:lvl1pPr>
            <a:lvl2pPr>
              <a:defRPr>
                <a:latin typeface="KoPubWorld바탕체_Pro Light" panose="00000300000000000000" pitchFamily="50" charset="-127"/>
              </a:defRPr>
            </a:lvl2pPr>
            <a:lvl3pPr>
              <a:defRPr>
                <a:latin typeface="KoPubWorld바탕체_Pro Light" panose="00000300000000000000" pitchFamily="50" charset="-127"/>
              </a:defRPr>
            </a:lvl3pPr>
            <a:lvl4pPr>
              <a:defRPr>
                <a:latin typeface="KoPubWorld바탕체_Pro Light" panose="00000300000000000000" pitchFamily="50" charset="-127"/>
              </a:defRPr>
            </a:lvl4pPr>
            <a:lvl5pPr>
              <a:defRPr>
                <a:latin typeface="KoPubWorld바탕체_Pro Light" panose="00000300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5CE9B6-B96E-43E8-8390-3954BDE3D6A0}" type="datetimeFigureOut">
              <a:rPr lang="en-US" smtClean="0"/>
              <a:t>12/21/2023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59DFCE-31EC-44CC-B312-755D0F663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434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KoPubWorld바탕체_Pro Light" panose="00000300000000000000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5CE9B6-B96E-43E8-8390-3954BDE3D6A0}" type="datetimeFigureOut">
              <a:rPr lang="en-US" smtClean="0"/>
              <a:t>12/21/2023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59DFCE-31EC-44CC-B312-755D0F663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23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KoPubWorld바탕체_Pro Light" panose="00000300000000000000" pitchFamily="50" charset="-127"/>
              </a:defRPr>
            </a:lvl1pPr>
            <a:lvl2pPr>
              <a:defRPr>
                <a:latin typeface="KoPubWorld바탕체_Pro Light" panose="00000300000000000000" pitchFamily="50" charset="-127"/>
              </a:defRPr>
            </a:lvl2pPr>
            <a:lvl3pPr>
              <a:defRPr>
                <a:latin typeface="KoPubWorld바탕체_Pro Light" panose="00000300000000000000" pitchFamily="50" charset="-127"/>
              </a:defRPr>
            </a:lvl3pPr>
            <a:lvl4pPr>
              <a:defRPr>
                <a:latin typeface="KoPubWorld바탕체_Pro Light" panose="00000300000000000000" pitchFamily="50" charset="-127"/>
              </a:defRPr>
            </a:lvl4pPr>
            <a:lvl5pPr>
              <a:defRPr>
                <a:latin typeface="KoPubWorld바탕체_Pro Light" panose="00000300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KoPubWorld바탕체_Pro Light" panose="00000300000000000000" pitchFamily="50" charset="-127"/>
              </a:defRPr>
            </a:lvl1pPr>
            <a:lvl2pPr>
              <a:defRPr>
                <a:latin typeface="KoPubWorld바탕체_Pro Light" panose="00000300000000000000" pitchFamily="50" charset="-127"/>
              </a:defRPr>
            </a:lvl2pPr>
            <a:lvl3pPr>
              <a:defRPr>
                <a:latin typeface="KoPubWorld바탕체_Pro Light" panose="00000300000000000000" pitchFamily="50" charset="-127"/>
              </a:defRPr>
            </a:lvl3pPr>
            <a:lvl4pPr>
              <a:defRPr>
                <a:latin typeface="KoPubWorld바탕체_Pro Light" panose="00000300000000000000" pitchFamily="50" charset="-127"/>
              </a:defRPr>
            </a:lvl4pPr>
            <a:lvl5pPr>
              <a:defRPr>
                <a:latin typeface="KoPubWorld바탕체_Pro Light" panose="00000300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5CE9B6-B96E-43E8-8390-3954BDE3D6A0}" type="datetimeFigureOut">
              <a:rPr lang="en-US" smtClean="0"/>
              <a:t>12/21/2023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59DFCE-31EC-44CC-B312-755D0F663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37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KoPubWorld바탕체_Pro Light" panose="00000300000000000000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KoPubWorld바탕체_Pro Light" panose="00000300000000000000" pitchFamily="50" charset="-127"/>
              </a:defRPr>
            </a:lvl1pPr>
            <a:lvl2pPr>
              <a:defRPr>
                <a:latin typeface="KoPubWorld바탕체_Pro Light" panose="00000300000000000000" pitchFamily="50" charset="-127"/>
              </a:defRPr>
            </a:lvl2pPr>
            <a:lvl3pPr>
              <a:defRPr>
                <a:latin typeface="KoPubWorld바탕체_Pro Light" panose="00000300000000000000" pitchFamily="50" charset="-127"/>
              </a:defRPr>
            </a:lvl3pPr>
            <a:lvl4pPr>
              <a:defRPr>
                <a:latin typeface="KoPubWorld바탕체_Pro Light" panose="00000300000000000000" pitchFamily="50" charset="-127"/>
              </a:defRPr>
            </a:lvl4pPr>
            <a:lvl5pPr>
              <a:defRPr>
                <a:latin typeface="KoPubWorld바탕체_Pro Light" panose="00000300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KoPubWorld바탕체_Pro Light" panose="00000300000000000000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KoPubWorld바탕체_Pro Light" panose="00000300000000000000" pitchFamily="50" charset="-127"/>
              </a:defRPr>
            </a:lvl1pPr>
            <a:lvl2pPr>
              <a:defRPr>
                <a:latin typeface="KoPubWorld바탕체_Pro Light" panose="00000300000000000000" pitchFamily="50" charset="-127"/>
              </a:defRPr>
            </a:lvl2pPr>
            <a:lvl3pPr>
              <a:defRPr>
                <a:latin typeface="KoPubWorld바탕체_Pro Light" panose="00000300000000000000" pitchFamily="50" charset="-127"/>
              </a:defRPr>
            </a:lvl3pPr>
            <a:lvl4pPr>
              <a:defRPr>
                <a:latin typeface="KoPubWorld바탕체_Pro Light" panose="00000300000000000000" pitchFamily="50" charset="-127"/>
              </a:defRPr>
            </a:lvl4pPr>
            <a:lvl5pPr>
              <a:defRPr>
                <a:latin typeface="KoPubWorld바탕체_Pro Light" panose="00000300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5CE9B6-B96E-43E8-8390-3954BDE3D6A0}" type="datetimeFigureOut">
              <a:rPr lang="en-US" smtClean="0"/>
              <a:t>12/21/2023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59DFCE-31EC-44CC-B312-755D0F663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160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5CE9B6-B96E-43E8-8390-3954BDE3D6A0}" type="datetimeFigureOut">
              <a:rPr lang="en-US" smtClean="0"/>
              <a:t>12/21/2023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59DFCE-31EC-44CC-B312-755D0F663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921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5CE9B6-B96E-43E8-8390-3954BDE3D6A0}" type="datetimeFigureOut">
              <a:rPr lang="en-US" smtClean="0"/>
              <a:t>12/21/2023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59DFCE-31EC-44CC-B312-755D0F663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23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KoPubWorld바탕체_Pro Light" panose="00000300000000000000" pitchFamily="50" charset="-127"/>
              </a:defRPr>
            </a:lvl1pPr>
            <a:lvl2pPr>
              <a:defRPr sz="2800">
                <a:latin typeface="KoPubWorld바탕체_Pro Light" panose="00000300000000000000" pitchFamily="50" charset="-127"/>
              </a:defRPr>
            </a:lvl2pPr>
            <a:lvl3pPr>
              <a:defRPr sz="2400">
                <a:latin typeface="KoPubWorld바탕체_Pro Light" panose="00000300000000000000" pitchFamily="50" charset="-127"/>
              </a:defRPr>
            </a:lvl3pPr>
            <a:lvl4pPr>
              <a:defRPr sz="2000">
                <a:latin typeface="KoPubWorld바탕체_Pro Light" panose="00000300000000000000" pitchFamily="50" charset="-127"/>
              </a:defRPr>
            </a:lvl4pPr>
            <a:lvl5pPr>
              <a:defRPr sz="2000">
                <a:latin typeface="KoPubWorld바탕체_Pro Light" panose="00000300000000000000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KoPubWorld바탕체_Pro Light" panose="00000300000000000000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5CE9B6-B96E-43E8-8390-3954BDE3D6A0}" type="datetimeFigureOut">
              <a:rPr lang="en-US" smtClean="0"/>
              <a:t>12/21/2023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59DFCE-31EC-44CC-B312-755D0F663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774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KoPubWorld바탕체_Pro Light" panose="00000300000000000000" pitchFamily="50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KoPubWorld바탕체_Pro Light" panose="00000300000000000000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5CE9B6-B96E-43E8-8390-3954BDE3D6A0}" type="datetimeFigureOut">
              <a:rPr lang="en-US" smtClean="0"/>
              <a:t>12/21/2023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59DFCE-31EC-44CC-B312-755D0F663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122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KoPubWorld바탕체_Pro Light" panose="00000300000000000000" pitchFamily="50" charset="-127"/>
              </a:defRPr>
            </a:lvl1pPr>
            <a:lvl2pPr>
              <a:defRPr>
                <a:latin typeface="KoPubWorld바탕체_Pro Light" panose="00000300000000000000" pitchFamily="50" charset="-127"/>
              </a:defRPr>
            </a:lvl2pPr>
            <a:lvl3pPr>
              <a:defRPr>
                <a:latin typeface="KoPubWorld바탕체_Pro Light" panose="00000300000000000000" pitchFamily="50" charset="-127"/>
              </a:defRPr>
            </a:lvl3pPr>
            <a:lvl4pPr>
              <a:defRPr>
                <a:latin typeface="KoPubWorld바탕체_Pro Light" panose="00000300000000000000" pitchFamily="50" charset="-127"/>
              </a:defRPr>
            </a:lvl4pPr>
            <a:lvl5pPr>
              <a:defRPr>
                <a:latin typeface="KoPubWorld바탕체_Pro Light" panose="00000300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5CE9B6-B96E-43E8-8390-3954BDE3D6A0}" type="datetimeFigureOut">
              <a:rPr lang="en-US" smtClean="0"/>
              <a:t>12/21/2023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59DFCE-31EC-44CC-B312-755D0F663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141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KoPubWorld바탕체_Pro Light" panose="00000300000000000000" pitchFamily="50" charset="-127"/>
              </a:defRPr>
            </a:lvl1pPr>
            <a:lvl2pPr>
              <a:defRPr>
                <a:latin typeface="KoPubWorld바탕체_Pro Light" panose="00000300000000000000" pitchFamily="50" charset="-127"/>
              </a:defRPr>
            </a:lvl2pPr>
            <a:lvl3pPr>
              <a:defRPr>
                <a:latin typeface="KoPubWorld바탕체_Pro Light" panose="00000300000000000000" pitchFamily="50" charset="-127"/>
              </a:defRPr>
            </a:lvl3pPr>
            <a:lvl4pPr>
              <a:defRPr>
                <a:latin typeface="KoPubWorld바탕체_Pro Light" panose="00000300000000000000" pitchFamily="50" charset="-127"/>
              </a:defRPr>
            </a:lvl4pPr>
            <a:lvl5pPr>
              <a:defRPr>
                <a:latin typeface="KoPubWorld바탕체_Pro Light" panose="00000300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5CE9B6-B96E-43E8-8390-3954BDE3D6A0}" type="datetimeFigureOut">
              <a:rPr lang="en-US" smtClean="0"/>
              <a:t>12/21/2023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59DFCE-31EC-44CC-B312-755D0F663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78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1954" y="90805"/>
            <a:ext cx="12088091" cy="7820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538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World바탕체_Pro Light" panose="00000300000000000000" pitchFamily="50" charset="-12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World바탕체_Pro Light" panose="00000300000000000000" pitchFamily="50" charset="-12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World바탕체_Pro Light" panose="00000300000000000000" pitchFamily="50" charset="-12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World바탕체_Pro Light" panose="00000300000000000000" pitchFamily="50" charset="-12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World바탕체_Pro Light" panose="00000300000000000000" pitchFamily="50" charset="-12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World바탕체_Pro Light" panose="00000300000000000000" pitchFamily="50" charset="-12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gi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211860" y="1970903"/>
            <a:ext cx="605482" cy="9020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KoPubWorld바탕체_Pro Light" panose="00000300000000000000" pitchFamily="50" charset="-127"/>
              </a:rPr>
              <a:t>+</a:t>
            </a:r>
          </a:p>
        </p:txBody>
      </p:sp>
      <p:sp>
        <p:nvSpPr>
          <p:cNvPr id="21" name="Line 16 1 3 1 4"/>
          <p:cNvSpPr/>
          <p:nvPr/>
        </p:nvSpPr>
        <p:spPr>
          <a:xfrm rot="5400000">
            <a:off x="2985048" y="2254219"/>
            <a:ext cx="0" cy="335412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Line 16 1 3 1 4"/>
          <p:cNvSpPr/>
          <p:nvPr/>
        </p:nvSpPr>
        <p:spPr>
          <a:xfrm rot="16200000" flipH="1">
            <a:off x="2044154" y="2254218"/>
            <a:ext cx="0" cy="335412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직사각형 23"/>
          <p:cNvSpPr/>
          <p:nvPr/>
        </p:nvSpPr>
        <p:spPr>
          <a:xfrm>
            <a:off x="3630828" y="1970901"/>
            <a:ext cx="605482" cy="9020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KoPubWorld바탕체_Pro Light" panose="00000300000000000000" pitchFamily="50" charset="-127"/>
              </a:rPr>
              <a:t>+</a:t>
            </a:r>
          </a:p>
        </p:txBody>
      </p:sp>
      <p:sp>
        <p:nvSpPr>
          <p:cNvPr id="27" name="Line 16 1 3 1 4"/>
          <p:cNvSpPr/>
          <p:nvPr/>
        </p:nvSpPr>
        <p:spPr>
          <a:xfrm rot="10800000">
            <a:off x="4336054" y="2254217"/>
            <a:ext cx="0" cy="335412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Line 16 1 3 1 4"/>
          <p:cNvSpPr/>
          <p:nvPr/>
        </p:nvSpPr>
        <p:spPr>
          <a:xfrm flipH="1">
            <a:off x="3531085" y="2254217"/>
            <a:ext cx="0" cy="335412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직사각형 33"/>
          <p:cNvSpPr/>
          <p:nvPr/>
        </p:nvSpPr>
        <p:spPr>
          <a:xfrm>
            <a:off x="5049796" y="1970901"/>
            <a:ext cx="605482" cy="9020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KoPubWorld바탕체_Pro Light" panose="00000300000000000000" pitchFamily="50" charset="-127"/>
              </a:rPr>
              <a:t>+</a:t>
            </a:r>
          </a:p>
        </p:txBody>
      </p:sp>
      <p:sp>
        <p:nvSpPr>
          <p:cNvPr id="37" name="원호 36"/>
          <p:cNvSpPr/>
          <p:nvPr/>
        </p:nvSpPr>
        <p:spPr>
          <a:xfrm>
            <a:off x="5487634" y="2254217"/>
            <a:ext cx="360000" cy="360000"/>
          </a:xfrm>
          <a:prstGeom prst="arc">
            <a:avLst>
              <a:gd name="adj1" fmla="val 16215859"/>
              <a:gd name="adj2" fmla="val 4928080"/>
            </a:avLst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38" name="원호 37"/>
          <p:cNvSpPr/>
          <p:nvPr/>
        </p:nvSpPr>
        <p:spPr>
          <a:xfrm flipH="1">
            <a:off x="4857440" y="2259949"/>
            <a:ext cx="360000" cy="360000"/>
          </a:xfrm>
          <a:prstGeom prst="arc">
            <a:avLst>
              <a:gd name="adj1" fmla="val 16215859"/>
              <a:gd name="adj2" fmla="val 4928080"/>
            </a:avLst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1200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16 1 3 1 4"/>
          <p:cNvSpPr/>
          <p:nvPr/>
        </p:nvSpPr>
        <p:spPr>
          <a:xfrm rot="10800000" flipH="1">
            <a:off x="1132413" y="887304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타원 11"/>
          <p:cNvSpPr/>
          <p:nvPr/>
        </p:nvSpPr>
        <p:spPr>
          <a:xfrm>
            <a:off x="1065365" y="924374"/>
            <a:ext cx="134096" cy="13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그룹 12"/>
          <p:cNvGrpSpPr/>
          <p:nvPr/>
        </p:nvGrpSpPr>
        <p:grpSpPr>
          <a:xfrm rot="5400000">
            <a:off x="1057268" y="945743"/>
            <a:ext cx="150287" cy="375743"/>
            <a:chOff x="5794944" y="2079049"/>
            <a:chExt cx="630570" cy="790833"/>
          </a:xfrm>
        </p:grpSpPr>
        <p:sp>
          <p:nvSpPr>
            <p:cNvPr id="14" name="직사각형 13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" name="직선 연결선 14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Line 16 1 3 1 4"/>
          <p:cNvSpPr/>
          <p:nvPr/>
        </p:nvSpPr>
        <p:spPr>
          <a:xfrm rot="10800000" flipH="1">
            <a:off x="1132413" y="1395850"/>
            <a:ext cx="18000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Line 16 1 3 1 4"/>
          <p:cNvSpPr/>
          <p:nvPr/>
        </p:nvSpPr>
        <p:spPr>
          <a:xfrm rot="10800000" flipH="1">
            <a:off x="1142565" y="1266281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Line 16 1 3 1 4"/>
          <p:cNvSpPr/>
          <p:nvPr/>
        </p:nvSpPr>
        <p:spPr>
          <a:xfrm rot="10800000" flipH="1">
            <a:off x="2944649" y="992720"/>
            <a:ext cx="0" cy="556303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Line 16 1 3 1 4"/>
          <p:cNvSpPr/>
          <p:nvPr/>
        </p:nvSpPr>
        <p:spPr>
          <a:xfrm rot="10800000" flipH="1">
            <a:off x="2944649" y="1395850"/>
            <a:ext cx="1782311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Line 16 1 3 1 4"/>
          <p:cNvSpPr/>
          <p:nvPr/>
        </p:nvSpPr>
        <p:spPr>
          <a:xfrm rot="10800000" flipH="1">
            <a:off x="4726961" y="1266281"/>
            <a:ext cx="0" cy="28274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TextBox 6"/>
          <p:cNvSpPr txBox="1"/>
          <p:nvPr/>
        </p:nvSpPr>
        <p:spPr>
          <a:xfrm>
            <a:off x="1768233" y="1146000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EI, L</a:t>
            </a:r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/2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44558" y="1151294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EI, L</a:t>
            </a:r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/2</a:t>
            </a:r>
          </a:p>
        </p:txBody>
      </p:sp>
      <p:sp>
        <p:nvSpPr>
          <p:cNvPr id="3" name="이등변 삼각형 2"/>
          <p:cNvSpPr/>
          <p:nvPr/>
        </p:nvSpPr>
        <p:spPr>
          <a:xfrm>
            <a:off x="4656269" y="924374"/>
            <a:ext cx="152287" cy="1340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0" name="그룹 29"/>
          <p:cNvGrpSpPr/>
          <p:nvPr/>
        </p:nvGrpSpPr>
        <p:grpSpPr>
          <a:xfrm rot="5400000">
            <a:off x="4651815" y="945744"/>
            <a:ext cx="150289" cy="375743"/>
            <a:chOff x="5794944" y="2079049"/>
            <a:chExt cx="630570" cy="790833"/>
          </a:xfrm>
        </p:grpSpPr>
        <p:sp>
          <p:nvSpPr>
            <p:cNvPr id="32" name="직사각형 31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" name="직선 연결선 32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/>
          <p:cNvSpPr txBox="1"/>
          <p:nvPr/>
        </p:nvSpPr>
        <p:spPr>
          <a:xfrm>
            <a:off x="928017" y="699357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0361" y="736517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4" name="Line 16 1 3 1 4"/>
          <p:cNvSpPr/>
          <p:nvPr/>
        </p:nvSpPr>
        <p:spPr>
          <a:xfrm rot="10800000" flipH="1">
            <a:off x="1120361" y="2892997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타원 26"/>
          <p:cNvSpPr/>
          <p:nvPr/>
        </p:nvSpPr>
        <p:spPr>
          <a:xfrm>
            <a:off x="1053313" y="2930067"/>
            <a:ext cx="134096" cy="13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9" name="그룹 28"/>
          <p:cNvGrpSpPr/>
          <p:nvPr/>
        </p:nvGrpSpPr>
        <p:grpSpPr>
          <a:xfrm rot="5400000">
            <a:off x="1045216" y="2951436"/>
            <a:ext cx="150287" cy="375743"/>
            <a:chOff x="5794944" y="2079049"/>
            <a:chExt cx="630570" cy="790833"/>
          </a:xfrm>
        </p:grpSpPr>
        <p:sp>
          <p:nvSpPr>
            <p:cNvPr id="34" name="직사각형 33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직선 연결선 34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Line 16 1 3 1 4"/>
          <p:cNvSpPr/>
          <p:nvPr/>
        </p:nvSpPr>
        <p:spPr>
          <a:xfrm rot="10800000" flipH="1">
            <a:off x="1120361" y="3401543"/>
            <a:ext cx="18000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" name="Line 16 1 3 1 4"/>
          <p:cNvSpPr/>
          <p:nvPr/>
        </p:nvSpPr>
        <p:spPr>
          <a:xfrm rot="10800000" flipH="1">
            <a:off x="1130513" y="3271974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" name="Line 16 1 3 1 4"/>
          <p:cNvSpPr/>
          <p:nvPr/>
        </p:nvSpPr>
        <p:spPr>
          <a:xfrm rot="10800000" flipH="1">
            <a:off x="2932597" y="2998413"/>
            <a:ext cx="0" cy="556303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" name="Line 16 1 3 1 4"/>
          <p:cNvSpPr/>
          <p:nvPr/>
        </p:nvSpPr>
        <p:spPr>
          <a:xfrm rot="10800000" flipH="1">
            <a:off x="2932597" y="3401543"/>
            <a:ext cx="1782311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" name="Line 16 1 3 1 4"/>
          <p:cNvSpPr/>
          <p:nvPr/>
        </p:nvSpPr>
        <p:spPr>
          <a:xfrm rot="10800000" flipH="1">
            <a:off x="4714909" y="3271974"/>
            <a:ext cx="0" cy="28274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" name="TextBox 40"/>
          <p:cNvSpPr txBox="1"/>
          <p:nvPr/>
        </p:nvSpPr>
        <p:spPr>
          <a:xfrm>
            <a:off x="1756181" y="3151693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EI, L</a:t>
            </a:r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/2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2506" y="3156987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EI, L</a:t>
            </a:r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/2</a:t>
            </a:r>
          </a:p>
        </p:txBody>
      </p:sp>
      <p:sp>
        <p:nvSpPr>
          <p:cNvPr id="44" name="이등변 삼각형 43"/>
          <p:cNvSpPr/>
          <p:nvPr/>
        </p:nvSpPr>
        <p:spPr>
          <a:xfrm>
            <a:off x="4644217" y="2930067"/>
            <a:ext cx="152287" cy="1340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그룹 45"/>
          <p:cNvGrpSpPr/>
          <p:nvPr/>
        </p:nvGrpSpPr>
        <p:grpSpPr>
          <a:xfrm rot="5400000">
            <a:off x="4639763" y="2951437"/>
            <a:ext cx="150289" cy="375743"/>
            <a:chOff x="5794944" y="2079049"/>
            <a:chExt cx="630570" cy="790833"/>
          </a:xfrm>
        </p:grpSpPr>
        <p:sp>
          <p:nvSpPr>
            <p:cNvPr id="47" name="직사각형 46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8" name="직선 연결선 47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/>
          <p:cNvSpPr txBox="1"/>
          <p:nvPr/>
        </p:nvSpPr>
        <p:spPr>
          <a:xfrm>
            <a:off x="915965" y="2705050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08309" y="2742210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07354" y="869001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C</a:t>
            </a:r>
            <a:endParaRPr lang="en-US" sz="1200" i="1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4878489-F266-47F9-8B6B-70A08799BB27}"/>
              </a:ext>
            </a:extLst>
          </p:cNvPr>
          <p:cNvSpPr/>
          <p:nvPr/>
        </p:nvSpPr>
        <p:spPr>
          <a:xfrm rot="5400000">
            <a:off x="2782614" y="-1095226"/>
            <a:ext cx="299598" cy="3581372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0ACC743-2DF6-4D31-AB51-C0E8D7155C06}"/>
              </a:ext>
            </a:extLst>
          </p:cNvPr>
          <p:cNvSpPr txBox="1"/>
          <p:nvPr/>
        </p:nvSpPr>
        <p:spPr>
          <a:xfrm>
            <a:off x="2782717" y="284814"/>
            <a:ext cx="4073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w</a:t>
            </a:r>
            <a:endParaRPr lang="en-US" sz="1200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878518" y="2892499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C</a:t>
            </a:r>
            <a:endParaRPr lang="en-US" sz="1200" i="1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55" name="원호 54">
            <a:extLst>
              <a:ext uri="{FF2B5EF4-FFF2-40B4-BE49-F238E27FC236}">
                <a16:creationId xmlns:a16="http://schemas.microsoft.com/office/drawing/2014/main" id="{A9976C63-EF3F-4DA8-8486-80A73BB49D04}"/>
              </a:ext>
            </a:extLst>
          </p:cNvPr>
          <p:cNvSpPr/>
          <p:nvPr/>
        </p:nvSpPr>
        <p:spPr>
          <a:xfrm flipH="1">
            <a:off x="860848" y="2677016"/>
            <a:ext cx="360000" cy="360000"/>
          </a:xfrm>
          <a:prstGeom prst="arc">
            <a:avLst>
              <a:gd name="adj1" fmla="val 12259889"/>
              <a:gd name="adj2" fmla="val 4340779"/>
            </a:avLst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EC25322-B135-4746-A39A-A9385E15E6F2}"/>
              </a:ext>
            </a:extLst>
          </p:cNvPr>
          <p:cNvSpPr txBox="1"/>
          <p:nvPr/>
        </p:nvSpPr>
        <p:spPr>
          <a:xfrm>
            <a:off x="1003226" y="2406933"/>
            <a:ext cx="3754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M</a:t>
            </a:r>
            <a:r>
              <a:rPr lang="en-US" sz="1200" i="1" baseline="-25000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A</a:t>
            </a:r>
            <a:endParaRPr lang="en-US" sz="1200" i="1" baseline="-25000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687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16 1 3 1 4"/>
          <p:cNvSpPr/>
          <p:nvPr/>
        </p:nvSpPr>
        <p:spPr>
          <a:xfrm rot="10800000" flipH="1">
            <a:off x="1132413" y="887304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타원 11"/>
          <p:cNvSpPr/>
          <p:nvPr/>
        </p:nvSpPr>
        <p:spPr>
          <a:xfrm>
            <a:off x="1065365" y="924374"/>
            <a:ext cx="134096" cy="13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그룹 12"/>
          <p:cNvGrpSpPr/>
          <p:nvPr/>
        </p:nvGrpSpPr>
        <p:grpSpPr>
          <a:xfrm rot="5400000">
            <a:off x="1057268" y="945743"/>
            <a:ext cx="150287" cy="375743"/>
            <a:chOff x="5794944" y="2079049"/>
            <a:chExt cx="630570" cy="790833"/>
          </a:xfrm>
        </p:grpSpPr>
        <p:sp>
          <p:nvSpPr>
            <p:cNvPr id="14" name="직사각형 13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" name="직선 연결선 14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Line 16 1 3 1 4"/>
          <p:cNvSpPr/>
          <p:nvPr/>
        </p:nvSpPr>
        <p:spPr>
          <a:xfrm rot="10800000" flipH="1">
            <a:off x="1132413" y="1395850"/>
            <a:ext cx="18000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Line 16 1 3 1 4"/>
          <p:cNvSpPr/>
          <p:nvPr/>
        </p:nvSpPr>
        <p:spPr>
          <a:xfrm rot="10800000" flipH="1">
            <a:off x="1142565" y="1266281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Line 16 1 3 1 4"/>
          <p:cNvSpPr/>
          <p:nvPr/>
        </p:nvSpPr>
        <p:spPr>
          <a:xfrm rot="10800000" flipH="1">
            <a:off x="2944649" y="992720"/>
            <a:ext cx="0" cy="556303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Line 16 1 3 1 4"/>
          <p:cNvSpPr/>
          <p:nvPr/>
        </p:nvSpPr>
        <p:spPr>
          <a:xfrm rot="10800000" flipH="1">
            <a:off x="2944649" y="1395850"/>
            <a:ext cx="1782311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Line 16 1 3 1 4"/>
          <p:cNvSpPr/>
          <p:nvPr/>
        </p:nvSpPr>
        <p:spPr>
          <a:xfrm rot="10800000" flipH="1">
            <a:off x="4726961" y="1266281"/>
            <a:ext cx="0" cy="28274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TextBox 6"/>
          <p:cNvSpPr txBox="1"/>
          <p:nvPr/>
        </p:nvSpPr>
        <p:spPr>
          <a:xfrm>
            <a:off x="1768233" y="1146000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EI, L</a:t>
            </a:r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/2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70317" y="1146000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EI, L</a:t>
            </a:r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/2</a:t>
            </a:r>
          </a:p>
        </p:txBody>
      </p:sp>
      <p:sp>
        <p:nvSpPr>
          <p:cNvPr id="3" name="이등변 삼각형 2"/>
          <p:cNvSpPr/>
          <p:nvPr/>
        </p:nvSpPr>
        <p:spPr>
          <a:xfrm>
            <a:off x="4656269" y="924374"/>
            <a:ext cx="152287" cy="1340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0" name="그룹 29"/>
          <p:cNvGrpSpPr/>
          <p:nvPr/>
        </p:nvGrpSpPr>
        <p:grpSpPr>
          <a:xfrm rot="5400000">
            <a:off x="4651815" y="945744"/>
            <a:ext cx="150289" cy="375743"/>
            <a:chOff x="5794944" y="2079049"/>
            <a:chExt cx="630570" cy="790833"/>
          </a:xfrm>
        </p:grpSpPr>
        <p:sp>
          <p:nvSpPr>
            <p:cNvPr id="32" name="직사각형 31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" name="직선 연결선 32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/>
          <p:cNvSpPr txBox="1"/>
          <p:nvPr/>
        </p:nvSpPr>
        <p:spPr>
          <a:xfrm>
            <a:off x="928017" y="699357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0361" y="736517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4" name="Line 16 1 3 1 4"/>
          <p:cNvSpPr/>
          <p:nvPr/>
        </p:nvSpPr>
        <p:spPr>
          <a:xfrm rot="10800000" flipH="1">
            <a:off x="1120361" y="2892997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타원 26"/>
          <p:cNvSpPr/>
          <p:nvPr/>
        </p:nvSpPr>
        <p:spPr>
          <a:xfrm>
            <a:off x="1053313" y="2930067"/>
            <a:ext cx="134096" cy="13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9" name="그룹 28"/>
          <p:cNvGrpSpPr/>
          <p:nvPr/>
        </p:nvGrpSpPr>
        <p:grpSpPr>
          <a:xfrm rot="5400000">
            <a:off x="1045216" y="2951436"/>
            <a:ext cx="150287" cy="375743"/>
            <a:chOff x="5794944" y="2079049"/>
            <a:chExt cx="630570" cy="790833"/>
          </a:xfrm>
        </p:grpSpPr>
        <p:sp>
          <p:nvSpPr>
            <p:cNvPr id="34" name="직사각형 33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직선 연결선 34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Line 16 1 3 1 4"/>
          <p:cNvSpPr/>
          <p:nvPr/>
        </p:nvSpPr>
        <p:spPr>
          <a:xfrm rot="10800000" flipH="1">
            <a:off x="1120361" y="3401543"/>
            <a:ext cx="18000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" name="Line 16 1 3 1 4"/>
          <p:cNvSpPr/>
          <p:nvPr/>
        </p:nvSpPr>
        <p:spPr>
          <a:xfrm rot="10800000" flipH="1">
            <a:off x="1130513" y="3271974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" name="Line 16 1 3 1 4"/>
          <p:cNvSpPr/>
          <p:nvPr/>
        </p:nvSpPr>
        <p:spPr>
          <a:xfrm rot="10800000" flipH="1">
            <a:off x="2932597" y="2998413"/>
            <a:ext cx="0" cy="556303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" name="Line 16 1 3 1 4"/>
          <p:cNvSpPr/>
          <p:nvPr/>
        </p:nvSpPr>
        <p:spPr>
          <a:xfrm rot="10800000" flipH="1">
            <a:off x="2932597" y="3401543"/>
            <a:ext cx="1782311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" name="Line 16 1 3 1 4"/>
          <p:cNvSpPr/>
          <p:nvPr/>
        </p:nvSpPr>
        <p:spPr>
          <a:xfrm rot="10800000" flipH="1">
            <a:off x="4714909" y="3271974"/>
            <a:ext cx="0" cy="28274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" name="TextBox 40"/>
          <p:cNvSpPr txBox="1"/>
          <p:nvPr/>
        </p:nvSpPr>
        <p:spPr>
          <a:xfrm>
            <a:off x="1756181" y="3151693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EI, L</a:t>
            </a:r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/2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2506" y="3156987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EI, L</a:t>
            </a:r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/2</a:t>
            </a:r>
          </a:p>
        </p:txBody>
      </p:sp>
      <p:sp>
        <p:nvSpPr>
          <p:cNvPr id="44" name="이등변 삼각형 43"/>
          <p:cNvSpPr/>
          <p:nvPr/>
        </p:nvSpPr>
        <p:spPr>
          <a:xfrm>
            <a:off x="4644217" y="2930067"/>
            <a:ext cx="152287" cy="1340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그룹 45"/>
          <p:cNvGrpSpPr/>
          <p:nvPr/>
        </p:nvGrpSpPr>
        <p:grpSpPr>
          <a:xfrm rot="5400000">
            <a:off x="4639763" y="2951437"/>
            <a:ext cx="150289" cy="375743"/>
            <a:chOff x="5794944" y="2079049"/>
            <a:chExt cx="630570" cy="790833"/>
          </a:xfrm>
        </p:grpSpPr>
        <p:sp>
          <p:nvSpPr>
            <p:cNvPr id="47" name="직사각형 46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8" name="직선 연결선 47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/>
          <p:cNvSpPr txBox="1"/>
          <p:nvPr/>
        </p:nvSpPr>
        <p:spPr>
          <a:xfrm>
            <a:off x="915965" y="2705050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08309" y="2742210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07354" y="869001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C</a:t>
            </a:r>
            <a:endParaRPr lang="en-US" sz="1200" i="1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AD8AA70-F2D0-4B29-9C60-ED7A47880D36}"/>
              </a:ext>
            </a:extLst>
          </p:cNvPr>
          <p:cNvGrpSpPr/>
          <p:nvPr/>
        </p:nvGrpSpPr>
        <p:grpSpPr>
          <a:xfrm>
            <a:off x="9769692" y="670127"/>
            <a:ext cx="630570" cy="607175"/>
            <a:chOff x="5794944" y="2079049"/>
            <a:chExt cx="630570" cy="790833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23CE47F8-721E-4268-9DF2-E535EA657EAE}"/>
                </a:ext>
              </a:extLst>
            </p:cNvPr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67A1F7BF-71C2-4C4A-8F56-2F9F12D3468B}"/>
                </a:ext>
              </a:extLst>
            </p:cNvPr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Line 16 1 3 1 4"/>
          <p:cNvSpPr/>
          <p:nvPr/>
        </p:nvSpPr>
        <p:spPr>
          <a:xfrm rot="10800000" flipH="1">
            <a:off x="6169692" y="999100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4" name="타원 53"/>
          <p:cNvSpPr/>
          <p:nvPr/>
        </p:nvSpPr>
        <p:spPr>
          <a:xfrm>
            <a:off x="6102644" y="1036170"/>
            <a:ext cx="134096" cy="13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5" name="그룹 54"/>
          <p:cNvGrpSpPr/>
          <p:nvPr/>
        </p:nvGrpSpPr>
        <p:grpSpPr>
          <a:xfrm rot="5400000">
            <a:off x="6094547" y="1057539"/>
            <a:ext cx="150287" cy="375743"/>
            <a:chOff x="5794944" y="2079049"/>
            <a:chExt cx="630570" cy="790833"/>
          </a:xfrm>
        </p:grpSpPr>
        <p:sp>
          <p:nvSpPr>
            <p:cNvPr id="56" name="직사각형 55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7" name="직선 연결선 56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Line 16 1 3 1 4"/>
          <p:cNvSpPr/>
          <p:nvPr/>
        </p:nvSpPr>
        <p:spPr>
          <a:xfrm rot="10800000" flipH="1">
            <a:off x="6179844" y="1378077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0" name="Line 16 1 3 1 4"/>
          <p:cNvSpPr/>
          <p:nvPr/>
        </p:nvSpPr>
        <p:spPr>
          <a:xfrm rot="10800000" flipH="1">
            <a:off x="9764240" y="1378077"/>
            <a:ext cx="0" cy="28274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" name="TextBox 60"/>
          <p:cNvSpPr txBox="1"/>
          <p:nvPr/>
        </p:nvSpPr>
        <p:spPr>
          <a:xfrm>
            <a:off x="7788549" y="1230647"/>
            <a:ext cx="49244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i="1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EI, L</a:t>
            </a:r>
            <a:endParaRPr lang="en-US" sz="1200" i="1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965296" y="811153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56304" y="965759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58" name="Line 16 1 3 1 4"/>
          <p:cNvSpPr/>
          <p:nvPr/>
        </p:nvSpPr>
        <p:spPr>
          <a:xfrm rot="10800000" flipH="1">
            <a:off x="6169690" y="1507646"/>
            <a:ext cx="3594549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6" name="TextBox 65"/>
          <p:cNvSpPr txBox="1"/>
          <p:nvPr/>
        </p:nvSpPr>
        <p:spPr>
          <a:xfrm>
            <a:off x="7216983" y="551214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P</a:t>
            </a:r>
            <a:endParaRPr lang="en-US" sz="1200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67" name="Line 16 1 3 1 4"/>
          <p:cNvSpPr/>
          <p:nvPr/>
        </p:nvSpPr>
        <p:spPr>
          <a:xfrm rot="10800000" flipH="1">
            <a:off x="7142633" y="550082"/>
            <a:ext cx="0" cy="431478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8" name="TextBox 67"/>
          <p:cNvSpPr txBox="1"/>
          <p:nvPr/>
        </p:nvSpPr>
        <p:spPr>
          <a:xfrm>
            <a:off x="8539683" y="532482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P</a:t>
            </a:r>
            <a:endParaRPr lang="en-US" sz="1200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69" name="Line 16 1 3 1 4"/>
          <p:cNvSpPr/>
          <p:nvPr/>
        </p:nvSpPr>
        <p:spPr>
          <a:xfrm rot="10800000" flipH="1">
            <a:off x="8852994" y="533022"/>
            <a:ext cx="0" cy="431478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0" name="Line 16 1 3 1 4"/>
          <p:cNvSpPr/>
          <p:nvPr/>
        </p:nvSpPr>
        <p:spPr>
          <a:xfrm rot="10800000" flipH="1">
            <a:off x="6166299" y="755443"/>
            <a:ext cx="941877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1" name="Line 16 1 3 1 4"/>
          <p:cNvSpPr/>
          <p:nvPr/>
        </p:nvSpPr>
        <p:spPr>
          <a:xfrm rot="10800000" flipH="1">
            <a:off x="6176451" y="625874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2" name="TextBox 71"/>
          <p:cNvSpPr txBox="1"/>
          <p:nvPr/>
        </p:nvSpPr>
        <p:spPr>
          <a:xfrm>
            <a:off x="6425087" y="530542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L</a:t>
            </a:r>
            <a:r>
              <a:rPr lang="en-US" sz="1200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/4</a:t>
            </a:r>
            <a:endParaRPr lang="en-US" sz="1200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73" name="Line 16 1 3 1 4"/>
          <p:cNvSpPr/>
          <p:nvPr/>
        </p:nvSpPr>
        <p:spPr>
          <a:xfrm rot="10800000" flipH="1">
            <a:off x="8886700" y="764821"/>
            <a:ext cx="877539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4" name="TextBox 73"/>
          <p:cNvSpPr txBox="1"/>
          <p:nvPr/>
        </p:nvSpPr>
        <p:spPr>
          <a:xfrm>
            <a:off x="9145488" y="539920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L</a:t>
            </a:r>
            <a:r>
              <a:rPr lang="en-US" sz="1200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/4</a:t>
            </a:r>
            <a:endParaRPr lang="en-US" sz="1200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1AD8AA70-F2D0-4B29-9C60-ED7A47880D36}"/>
              </a:ext>
            </a:extLst>
          </p:cNvPr>
          <p:cNvGrpSpPr/>
          <p:nvPr/>
        </p:nvGrpSpPr>
        <p:grpSpPr>
          <a:xfrm>
            <a:off x="9766301" y="2844635"/>
            <a:ext cx="630570" cy="607175"/>
            <a:chOff x="5794944" y="2079049"/>
            <a:chExt cx="630570" cy="790833"/>
          </a:xfrm>
        </p:grpSpPr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23CE47F8-721E-4268-9DF2-E535EA657EAE}"/>
                </a:ext>
              </a:extLst>
            </p:cNvPr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67A1F7BF-71C2-4C4A-8F56-2F9F12D3468B}"/>
                </a:ext>
              </a:extLst>
            </p:cNvPr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Line 16 1 3 1 4"/>
          <p:cNvSpPr/>
          <p:nvPr/>
        </p:nvSpPr>
        <p:spPr>
          <a:xfrm rot="10800000" flipH="1">
            <a:off x="6166301" y="3173608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타원 78"/>
          <p:cNvSpPr/>
          <p:nvPr/>
        </p:nvSpPr>
        <p:spPr>
          <a:xfrm>
            <a:off x="6099253" y="3210678"/>
            <a:ext cx="134096" cy="13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0" name="그룹 79"/>
          <p:cNvGrpSpPr/>
          <p:nvPr/>
        </p:nvGrpSpPr>
        <p:grpSpPr>
          <a:xfrm rot="5400000">
            <a:off x="6091156" y="3232047"/>
            <a:ext cx="150287" cy="375743"/>
            <a:chOff x="5794944" y="2079049"/>
            <a:chExt cx="630570" cy="790833"/>
          </a:xfrm>
        </p:grpSpPr>
        <p:sp>
          <p:nvSpPr>
            <p:cNvPr id="81" name="직사각형 80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2" name="직선 연결선 81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Line 16 1 3 1 4"/>
          <p:cNvSpPr/>
          <p:nvPr/>
        </p:nvSpPr>
        <p:spPr>
          <a:xfrm rot="10800000" flipH="1">
            <a:off x="6176453" y="3552585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4" name="Line 16 1 3 1 4"/>
          <p:cNvSpPr/>
          <p:nvPr/>
        </p:nvSpPr>
        <p:spPr>
          <a:xfrm rot="10800000" flipH="1">
            <a:off x="9760849" y="3552585"/>
            <a:ext cx="0" cy="28274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5" name="TextBox 84"/>
          <p:cNvSpPr txBox="1"/>
          <p:nvPr/>
        </p:nvSpPr>
        <p:spPr>
          <a:xfrm>
            <a:off x="7785158" y="3405155"/>
            <a:ext cx="49244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i="1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EI, L</a:t>
            </a:r>
            <a:endParaRPr lang="en-US" sz="1200" i="1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961905" y="2985661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552913" y="3140267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88" name="Line 16 1 3 1 4"/>
          <p:cNvSpPr/>
          <p:nvPr/>
        </p:nvSpPr>
        <p:spPr>
          <a:xfrm rot="10800000" flipH="1">
            <a:off x="6166299" y="3682154"/>
            <a:ext cx="3594549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9" name="TextBox 88"/>
          <p:cNvSpPr txBox="1"/>
          <p:nvPr/>
        </p:nvSpPr>
        <p:spPr>
          <a:xfrm>
            <a:off x="7213592" y="2725722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P</a:t>
            </a:r>
            <a:endParaRPr lang="en-US" sz="1200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90" name="Line 16 1 3 1 4"/>
          <p:cNvSpPr/>
          <p:nvPr/>
        </p:nvSpPr>
        <p:spPr>
          <a:xfrm rot="10800000" flipH="1">
            <a:off x="7139242" y="2724590"/>
            <a:ext cx="0" cy="431478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1" name="TextBox 90"/>
          <p:cNvSpPr txBox="1"/>
          <p:nvPr/>
        </p:nvSpPr>
        <p:spPr>
          <a:xfrm>
            <a:off x="8536292" y="270699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P</a:t>
            </a:r>
            <a:endParaRPr lang="en-US" sz="1200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92" name="Line 16 1 3 1 4"/>
          <p:cNvSpPr/>
          <p:nvPr/>
        </p:nvSpPr>
        <p:spPr>
          <a:xfrm rot="10800000" flipH="1">
            <a:off x="8849603" y="2707530"/>
            <a:ext cx="0" cy="431478"/>
          </a:xfrm>
          <a:prstGeom prst="line">
            <a:avLst/>
          </a:prstGeom>
          <a:ln w="57150">
            <a:solidFill>
              <a:schemeClr val="tx1"/>
            </a:solidFill>
            <a:miter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3" name="Line 16 1 3 1 4"/>
          <p:cNvSpPr/>
          <p:nvPr/>
        </p:nvSpPr>
        <p:spPr>
          <a:xfrm rot="10800000" flipH="1">
            <a:off x="6162908" y="2929951"/>
            <a:ext cx="941877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4" name="Line 16 1 3 1 4"/>
          <p:cNvSpPr/>
          <p:nvPr/>
        </p:nvSpPr>
        <p:spPr>
          <a:xfrm rot="10800000" flipH="1">
            <a:off x="6173060" y="2800382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5" name="TextBox 94"/>
          <p:cNvSpPr txBox="1"/>
          <p:nvPr/>
        </p:nvSpPr>
        <p:spPr>
          <a:xfrm>
            <a:off x="6421696" y="2705050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L</a:t>
            </a:r>
            <a:r>
              <a:rPr lang="en-US" sz="1200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/4</a:t>
            </a:r>
            <a:endParaRPr lang="en-US" sz="1200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96" name="Line 16 1 3 1 4"/>
          <p:cNvSpPr/>
          <p:nvPr/>
        </p:nvSpPr>
        <p:spPr>
          <a:xfrm rot="10800000" flipH="1">
            <a:off x="8883309" y="2939329"/>
            <a:ext cx="877539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7" name="TextBox 96"/>
          <p:cNvSpPr txBox="1"/>
          <p:nvPr/>
        </p:nvSpPr>
        <p:spPr>
          <a:xfrm>
            <a:off x="9142097" y="2714428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L</a:t>
            </a:r>
            <a:r>
              <a:rPr lang="en-US" sz="1200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/4</a:t>
            </a:r>
            <a:endParaRPr lang="en-US" sz="1200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1AD8AA70-F2D0-4B29-9C60-ED7A47880D36}"/>
              </a:ext>
            </a:extLst>
          </p:cNvPr>
          <p:cNvGrpSpPr/>
          <p:nvPr/>
        </p:nvGrpSpPr>
        <p:grpSpPr>
          <a:xfrm>
            <a:off x="9782823" y="4840541"/>
            <a:ext cx="630570" cy="607175"/>
            <a:chOff x="5794944" y="2079049"/>
            <a:chExt cx="630570" cy="790833"/>
          </a:xfrm>
        </p:grpSpPr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23CE47F8-721E-4268-9DF2-E535EA657EAE}"/>
                </a:ext>
              </a:extLst>
            </p:cNvPr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67A1F7BF-71C2-4C4A-8F56-2F9F12D3468B}"/>
                </a:ext>
              </a:extLst>
            </p:cNvPr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Line 16 1 3 1 4"/>
          <p:cNvSpPr/>
          <p:nvPr/>
        </p:nvSpPr>
        <p:spPr>
          <a:xfrm rot="10800000" flipH="1">
            <a:off x="6182823" y="5169514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6" name="Line 16 1 3 1 4"/>
          <p:cNvSpPr/>
          <p:nvPr/>
        </p:nvSpPr>
        <p:spPr>
          <a:xfrm rot="10800000" flipH="1">
            <a:off x="6192975" y="5548491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7" name="Line 16 1 3 1 4"/>
          <p:cNvSpPr/>
          <p:nvPr/>
        </p:nvSpPr>
        <p:spPr>
          <a:xfrm rot="10800000" flipH="1">
            <a:off x="9777371" y="5548491"/>
            <a:ext cx="0" cy="28274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8" name="TextBox 107"/>
          <p:cNvSpPr txBox="1"/>
          <p:nvPr/>
        </p:nvSpPr>
        <p:spPr>
          <a:xfrm>
            <a:off x="7801680" y="5401061"/>
            <a:ext cx="49244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i="1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EI, L</a:t>
            </a:r>
            <a:endParaRPr lang="en-US" sz="1200" i="1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6189581" y="5197777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569435" y="5136173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11" name="Line 16 1 3 1 4"/>
          <p:cNvSpPr/>
          <p:nvPr/>
        </p:nvSpPr>
        <p:spPr>
          <a:xfrm rot="10800000" flipH="1">
            <a:off x="6182821" y="5678060"/>
            <a:ext cx="3594549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2" name="TextBox 111"/>
          <p:cNvSpPr txBox="1"/>
          <p:nvPr/>
        </p:nvSpPr>
        <p:spPr>
          <a:xfrm>
            <a:off x="7230114" y="472162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P</a:t>
            </a:r>
            <a:endParaRPr lang="en-US" sz="1200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3" name="Line 16 1 3 1 4"/>
          <p:cNvSpPr/>
          <p:nvPr/>
        </p:nvSpPr>
        <p:spPr>
          <a:xfrm rot="10800000" flipH="1">
            <a:off x="7155764" y="4720496"/>
            <a:ext cx="0" cy="431478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4" name="TextBox 113"/>
          <p:cNvSpPr txBox="1"/>
          <p:nvPr/>
        </p:nvSpPr>
        <p:spPr>
          <a:xfrm>
            <a:off x="8552814" y="470289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P</a:t>
            </a:r>
            <a:endParaRPr lang="en-US" sz="1200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5" name="Line 16 1 3 1 4"/>
          <p:cNvSpPr/>
          <p:nvPr/>
        </p:nvSpPr>
        <p:spPr>
          <a:xfrm rot="10800000" flipH="1">
            <a:off x="8866125" y="4703436"/>
            <a:ext cx="0" cy="431478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6" name="Line 16 1 3 1 4"/>
          <p:cNvSpPr/>
          <p:nvPr/>
        </p:nvSpPr>
        <p:spPr>
          <a:xfrm rot="10800000" flipH="1">
            <a:off x="6179430" y="4925857"/>
            <a:ext cx="941877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7" name="Line 16 1 3 1 4"/>
          <p:cNvSpPr/>
          <p:nvPr/>
        </p:nvSpPr>
        <p:spPr>
          <a:xfrm rot="10800000" flipH="1">
            <a:off x="6189582" y="4796288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8" name="TextBox 117"/>
          <p:cNvSpPr txBox="1"/>
          <p:nvPr/>
        </p:nvSpPr>
        <p:spPr>
          <a:xfrm>
            <a:off x="6438218" y="4700956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L</a:t>
            </a:r>
            <a:r>
              <a:rPr lang="en-US" sz="1200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/4</a:t>
            </a:r>
            <a:endParaRPr lang="en-US" sz="1200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9" name="Line 16 1 3 1 4"/>
          <p:cNvSpPr/>
          <p:nvPr/>
        </p:nvSpPr>
        <p:spPr>
          <a:xfrm rot="10800000" flipH="1">
            <a:off x="8899831" y="4935235"/>
            <a:ext cx="877539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0" name="TextBox 119"/>
          <p:cNvSpPr txBox="1"/>
          <p:nvPr/>
        </p:nvSpPr>
        <p:spPr>
          <a:xfrm>
            <a:off x="9158619" y="4710334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L</a:t>
            </a:r>
            <a:r>
              <a:rPr lang="en-US" sz="1200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/4</a:t>
            </a:r>
            <a:endParaRPr lang="en-US" sz="1200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1AD8AA70-F2D0-4B29-9C60-ED7A47880D36}"/>
              </a:ext>
            </a:extLst>
          </p:cNvPr>
          <p:cNvGrpSpPr/>
          <p:nvPr/>
        </p:nvGrpSpPr>
        <p:grpSpPr>
          <a:xfrm rot="10800000">
            <a:off x="5559010" y="4908033"/>
            <a:ext cx="630570" cy="607175"/>
            <a:chOff x="5794944" y="2079049"/>
            <a:chExt cx="630570" cy="790833"/>
          </a:xfrm>
        </p:grpSpPr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23CE47F8-721E-4268-9DF2-E535EA657EAE}"/>
                </a:ext>
              </a:extLst>
            </p:cNvPr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3" name="직선 연결선 122">
              <a:extLst>
                <a:ext uri="{FF2B5EF4-FFF2-40B4-BE49-F238E27FC236}">
                  <a16:creationId xmlns:a16="http://schemas.microsoft.com/office/drawing/2014/main" id="{67A1F7BF-71C2-4C4A-8F56-2F9F12D3468B}"/>
                </a:ext>
              </a:extLst>
            </p:cNvPr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20707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9A30A-1C5B-45B0-B6E3-99F7626D1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2022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FB9671-374F-408A-BBE8-51348AF509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1328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1AD8AA70-F2D0-4B29-9C60-ED7A47880D36}"/>
              </a:ext>
            </a:extLst>
          </p:cNvPr>
          <p:cNvGrpSpPr/>
          <p:nvPr/>
        </p:nvGrpSpPr>
        <p:grpSpPr>
          <a:xfrm>
            <a:off x="7459284" y="2599403"/>
            <a:ext cx="197924" cy="607175"/>
            <a:chOff x="5794944" y="2079049"/>
            <a:chExt cx="630570" cy="790833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23CE47F8-721E-4268-9DF2-E535EA657EAE}"/>
                </a:ext>
              </a:extLst>
            </p:cNvPr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67A1F7BF-71C2-4C4A-8F56-2F9F12D3468B}"/>
                </a:ext>
              </a:extLst>
            </p:cNvPr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Line 16 1 3 1 4"/>
          <p:cNvSpPr/>
          <p:nvPr/>
        </p:nvSpPr>
        <p:spPr>
          <a:xfrm rot="10800000" flipH="1">
            <a:off x="3859284" y="2928376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Line 16 1 3 1 4"/>
          <p:cNvSpPr/>
          <p:nvPr/>
        </p:nvSpPr>
        <p:spPr>
          <a:xfrm rot="10800000" flipH="1">
            <a:off x="3859283" y="3436922"/>
            <a:ext cx="1199502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Line 16 1 3 1 4"/>
          <p:cNvSpPr/>
          <p:nvPr/>
        </p:nvSpPr>
        <p:spPr>
          <a:xfrm rot="10800000" flipH="1">
            <a:off x="3869436" y="3358780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Line 16 1 3 1 4"/>
          <p:cNvSpPr/>
          <p:nvPr/>
        </p:nvSpPr>
        <p:spPr>
          <a:xfrm rot="10800000" flipH="1">
            <a:off x="5064235" y="3043578"/>
            <a:ext cx="0" cy="556303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Line 16 1 3 1 4"/>
          <p:cNvSpPr/>
          <p:nvPr/>
        </p:nvSpPr>
        <p:spPr>
          <a:xfrm rot="10800000" flipH="1">
            <a:off x="7453832" y="3317140"/>
            <a:ext cx="0" cy="28274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TextBox 6"/>
          <p:cNvSpPr txBox="1"/>
          <p:nvPr/>
        </p:nvSpPr>
        <p:spPr>
          <a:xfrm>
            <a:off x="4197625" y="3202332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EI, L</a:t>
            </a:r>
            <a:r>
              <a:rPr lang="en-US" sz="1200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/3</a:t>
            </a:r>
            <a:endParaRPr lang="en-US" sz="1200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59283" y="2655760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45896" y="2660143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36" name="Line 16 1 3 1 4">
            <a:extLst>
              <a:ext uri="{FF2B5EF4-FFF2-40B4-BE49-F238E27FC236}">
                <a16:creationId xmlns:a16="http://schemas.microsoft.com/office/drawing/2014/main" id="{9BCADA17-4E9C-47BC-8A19-DC3A9434F566}"/>
              </a:ext>
            </a:extLst>
          </p:cNvPr>
          <p:cNvSpPr/>
          <p:nvPr/>
        </p:nvSpPr>
        <p:spPr>
          <a:xfrm rot="10800000" flipH="1">
            <a:off x="5078864" y="3439718"/>
            <a:ext cx="2365193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BA05B3-AAC4-487C-9468-F24CCC75341E}"/>
              </a:ext>
            </a:extLst>
          </p:cNvPr>
          <p:cNvSpPr txBox="1"/>
          <p:nvPr/>
        </p:nvSpPr>
        <p:spPr>
          <a:xfrm>
            <a:off x="5923408" y="3220280"/>
            <a:ext cx="6896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EI, </a:t>
            </a:r>
            <a:r>
              <a:rPr lang="en-US" sz="1200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2</a:t>
            </a:r>
            <a:r>
              <a:rPr lang="en-US" sz="1200" i="1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L</a:t>
            </a:r>
            <a:r>
              <a:rPr lang="en-US" sz="1200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/3</a:t>
            </a:r>
            <a:endParaRPr lang="en-US" sz="1200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A4C046D-B119-4776-B228-BBA1CF0B2B33}"/>
              </a:ext>
            </a:extLst>
          </p:cNvPr>
          <p:cNvGrpSpPr/>
          <p:nvPr/>
        </p:nvGrpSpPr>
        <p:grpSpPr>
          <a:xfrm rot="10800000">
            <a:off x="3666485" y="2600800"/>
            <a:ext cx="188321" cy="607175"/>
            <a:chOff x="5794944" y="2079049"/>
            <a:chExt cx="630570" cy="790833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A5681761-149F-41E7-B442-B03CE7ADCBED}"/>
                </a:ext>
              </a:extLst>
            </p:cNvPr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5BE95D96-94A8-4FC3-B87D-C0EA0F23800F}"/>
                </a:ext>
              </a:extLst>
            </p:cNvPr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Line 16 1 3 1 4">
            <a:extLst>
              <a:ext uri="{FF2B5EF4-FFF2-40B4-BE49-F238E27FC236}">
                <a16:creationId xmlns:a16="http://schemas.microsoft.com/office/drawing/2014/main" id="{595C92CB-F8DE-4137-A39D-F8C7E0A8DD1D}"/>
              </a:ext>
            </a:extLst>
          </p:cNvPr>
          <p:cNvSpPr/>
          <p:nvPr/>
        </p:nvSpPr>
        <p:spPr>
          <a:xfrm rot="13331252" flipH="1">
            <a:off x="3733079" y="2408342"/>
            <a:ext cx="154176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233AAFA-7A00-4BBC-B56C-D9B7DBEAA3D2}"/>
              </a:ext>
            </a:extLst>
          </p:cNvPr>
          <p:cNvGrpSpPr/>
          <p:nvPr/>
        </p:nvGrpSpPr>
        <p:grpSpPr>
          <a:xfrm rot="7995709">
            <a:off x="3666935" y="1662489"/>
            <a:ext cx="375743" cy="284384"/>
            <a:chOff x="3671411" y="1237312"/>
            <a:chExt cx="375743" cy="284384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0CD09855-F23A-4FD4-96CB-6EA89334D739}"/>
                </a:ext>
              </a:extLst>
            </p:cNvPr>
            <p:cNvSpPr/>
            <p:nvPr/>
          </p:nvSpPr>
          <p:spPr>
            <a:xfrm>
              <a:off x="3792236" y="1237312"/>
              <a:ext cx="134096" cy="1340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05676ECB-ABA5-4404-8FBC-230FD475AE3F}"/>
                </a:ext>
              </a:extLst>
            </p:cNvPr>
            <p:cNvGrpSpPr/>
            <p:nvPr/>
          </p:nvGrpSpPr>
          <p:grpSpPr>
            <a:xfrm rot="5400000">
              <a:off x="3784139" y="1258681"/>
              <a:ext cx="150287" cy="375743"/>
              <a:chOff x="5794944" y="2079049"/>
              <a:chExt cx="630570" cy="790833"/>
            </a:xfrm>
          </p:grpSpPr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370054A1-6C88-4060-8614-9630B17B9840}"/>
                  </a:ext>
                </a:extLst>
              </p:cNvPr>
              <p:cNvSpPr/>
              <p:nvPr/>
            </p:nvSpPr>
            <p:spPr>
              <a:xfrm>
                <a:off x="5794944" y="2079049"/>
                <a:ext cx="630570" cy="790833"/>
              </a:xfrm>
              <a:prstGeom prst="rect">
                <a:avLst/>
              </a:pr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7" name="직선 연결선 46">
                <a:extLst>
                  <a:ext uri="{FF2B5EF4-FFF2-40B4-BE49-F238E27FC236}">
                    <a16:creationId xmlns:a16="http://schemas.microsoft.com/office/drawing/2014/main" id="{04CB41D2-AD93-408E-8B68-22C82FADB9D9}"/>
                  </a:ext>
                </a:extLst>
              </p:cNvPr>
              <p:cNvCxnSpPr/>
              <p:nvPr/>
            </p:nvCxnSpPr>
            <p:spPr>
              <a:xfrm>
                <a:off x="5794944" y="2079049"/>
                <a:ext cx="0" cy="79083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A208250E-643B-46CE-AB1A-3FD5FA7074DC}"/>
              </a:ext>
            </a:extLst>
          </p:cNvPr>
          <p:cNvGrpSpPr/>
          <p:nvPr/>
        </p:nvGrpSpPr>
        <p:grpSpPr>
          <a:xfrm rot="2591389">
            <a:off x="3921124" y="1828805"/>
            <a:ext cx="1632594" cy="556303"/>
            <a:chOff x="4078795" y="1129630"/>
            <a:chExt cx="1199502" cy="556303"/>
          </a:xfrm>
        </p:grpSpPr>
        <p:sp>
          <p:nvSpPr>
            <p:cNvPr id="49" name="Line 16 1 3 1 4">
              <a:extLst>
                <a:ext uri="{FF2B5EF4-FFF2-40B4-BE49-F238E27FC236}">
                  <a16:creationId xmlns:a16="http://schemas.microsoft.com/office/drawing/2014/main" id="{B57EB87F-A6F3-48BB-95C3-1FED89208FE7}"/>
                </a:ext>
              </a:extLst>
            </p:cNvPr>
            <p:cNvSpPr/>
            <p:nvPr/>
          </p:nvSpPr>
          <p:spPr>
            <a:xfrm rot="10800000" flipH="1">
              <a:off x="4078795" y="1273958"/>
              <a:ext cx="1199502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0" name="Line 16 1 3 1 4">
              <a:extLst>
                <a:ext uri="{FF2B5EF4-FFF2-40B4-BE49-F238E27FC236}">
                  <a16:creationId xmlns:a16="http://schemas.microsoft.com/office/drawing/2014/main" id="{C8019ADF-7332-487D-9611-6D6BBE61A046}"/>
                </a:ext>
              </a:extLst>
            </p:cNvPr>
            <p:cNvSpPr/>
            <p:nvPr/>
          </p:nvSpPr>
          <p:spPr>
            <a:xfrm rot="10800000" flipH="1">
              <a:off x="4088948" y="1195816"/>
              <a:ext cx="0" cy="241101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1" name="Line 16 1 3 1 4">
              <a:extLst>
                <a:ext uri="{FF2B5EF4-FFF2-40B4-BE49-F238E27FC236}">
                  <a16:creationId xmlns:a16="http://schemas.microsoft.com/office/drawing/2014/main" id="{EBDC3B33-7808-4513-831C-6FD14B7E6591}"/>
                </a:ext>
              </a:extLst>
            </p:cNvPr>
            <p:cNvSpPr/>
            <p:nvPr/>
          </p:nvSpPr>
          <p:spPr>
            <a:xfrm rot="10800000" flipH="1">
              <a:off x="5277960" y="1129630"/>
              <a:ext cx="0" cy="556303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042A411E-D90D-4751-8729-1A50C0F6CE60}"/>
              </a:ext>
            </a:extLst>
          </p:cNvPr>
          <p:cNvSpPr txBox="1"/>
          <p:nvPr/>
        </p:nvSpPr>
        <p:spPr>
          <a:xfrm>
            <a:off x="4758784" y="1775449"/>
            <a:ext cx="6896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3</a:t>
            </a:r>
            <a:r>
              <a:rPr lang="en-US" sz="1200" i="1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EI, L</a:t>
            </a:r>
            <a:r>
              <a:rPr lang="en-US" sz="1200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/2</a:t>
            </a:r>
            <a:endParaRPr lang="en-US" sz="1200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B16BE5-A8F2-4E01-9C74-ED504410B83D}"/>
              </a:ext>
            </a:extLst>
          </p:cNvPr>
          <p:cNvSpPr txBox="1"/>
          <p:nvPr/>
        </p:nvSpPr>
        <p:spPr>
          <a:xfrm>
            <a:off x="3734846" y="1902148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4961187-862B-4254-8D88-9641C2B6AE55}"/>
              </a:ext>
            </a:extLst>
          </p:cNvPr>
          <p:cNvSpPr txBox="1"/>
          <p:nvPr/>
        </p:nvSpPr>
        <p:spPr>
          <a:xfrm>
            <a:off x="5028150" y="2918615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55" name="원호 54">
            <a:extLst>
              <a:ext uri="{FF2B5EF4-FFF2-40B4-BE49-F238E27FC236}">
                <a16:creationId xmlns:a16="http://schemas.microsoft.com/office/drawing/2014/main" id="{A9976C63-EF3F-4DA8-8486-80A73BB49D04}"/>
              </a:ext>
            </a:extLst>
          </p:cNvPr>
          <p:cNvSpPr/>
          <p:nvPr/>
        </p:nvSpPr>
        <p:spPr>
          <a:xfrm flipH="1">
            <a:off x="4886148" y="2734448"/>
            <a:ext cx="360000" cy="360000"/>
          </a:xfrm>
          <a:prstGeom prst="arc">
            <a:avLst>
              <a:gd name="adj1" fmla="val 12259889"/>
              <a:gd name="adj2" fmla="val 4340779"/>
            </a:avLst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EC25322-B135-4746-A39A-A9385E15E6F2}"/>
              </a:ext>
            </a:extLst>
          </p:cNvPr>
          <p:cNvSpPr txBox="1"/>
          <p:nvPr/>
        </p:nvSpPr>
        <p:spPr>
          <a:xfrm>
            <a:off x="5028526" y="2464365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603544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16 1 3 1 4"/>
          <p:cNvSpPr/>
          <p:nvPr/>
        </p:nvSpPr>
        <p:spPr>
          <a:xfrm rot="10800000" flipH="1">
            <a:off x="3859284" y="2928376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타원 11"/>
          <p:cNvSpPr/>
          <p:nvPr/>
        </p:nvSpPr>
        <p:spPr>
          <a:xfrm>
            <a:off x="3792236" y="2965446"/>
            <a:ext cx="134096" cy="13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그룹 12"/>
          <p:cNvGrpSpPr/>
          <p:nvPr/>
        </p:nvGrpSpPr>
        <p:grpSpPr>
          <a:xfrm rot="5400000">
            <a:off x="3784139" y="2986815"/>
            <a:ext cx="150287" cy="375743"/>
            <a:chOff x="5794944" y="2079049"/>
            <a:chExt cx="630570" cy="790833"/>
          </a:xfrm>
        </p:grpSpPr>
        <p:sp>
          <p:nvSpPr>
            <p:cNvPr id="14" name="직사각형 13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" name="직선 연결선 14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Line 16 1 3 1 4"/>
          <p:cNvSpPr/>
          <p:nvPr/>
        </p:nvSpPr>
        <p:spPr>
          <a:xfrm rot="10800000" flipH="1">
            <a:off x="3859284" y="3436922"/>
            <a:ext cx="18000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Line 16 1 3 1 4"/>
          <p:cNvSpPr/>
          <p:nvPr/>
        </p:nvSpPr>
        <p:spPr>
          <a:xfrm rot="10800000" flipH="1">
            <a:off x="3869436" y="3307353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Line 16 1 3 1 4"/>
          <p:cNvSpPr/>
          <p:nvPr/>
        </p:nvSpPr>
        <p:spPr>
          <a:xfrm rot="10800000" flipH="1">
            <a:off x="5671520" y="3033792"/>
            <a:ext cx="0" cy="556303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Line 16 1 3 1 4"/>
          <p:cNvSpPr/>
          <p:nvPr/>
        </p:nvSpPr>
        <p:spPr>
          <a:xfrm rot="10800000" flipH="1">
            <a:off x="5671520" y="3436922"/>
            <a:ext cx="1782311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Line 16 1 3 1 4"/>
          <p:cNvSpPr/>
          <p:nvPr/>
        </p:nvSpPr>
        <p:spPr>
          <a:xfrm rot="10800000" flipH="1">
            <a:off x="7453832" y="3307353"/>
            <a:ext cx="0" cy="28274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TextBox 6"/>
          <p:cNvSpPr txBox="1"/>
          <p:nvPr/>
        </p:nvSpPr>
        <p:spPr>
          <a:xfrm>
            <a:off x="4495104" y="3187072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EI, L</a:t>
            </a:r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/2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1429" y="3192366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EI, L</a:t>
            </a:r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/2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45870" y="244601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P</a:t>
            </a:r>
            <a:endParaRPr lang="en-US" sz="1200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28" name="Line 16 1 3 1 4"/>
          <p:cNvSpPr/>
          <p:nvPr/>
        </p:nvSpPr>
        <p:spPr>
          <a:xfrm rot="10800000" flipH="1">
            <a:off x="5671520" y="2444887"/>
            <a:ext cx="0" cy="431478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TextBox 20"/>
          <p:cNvSpPr txBox="1"/>
          <p:nvPr/>
        </p:nvSpPr>
        <p:spPr>
          <a:xfrm>
            <a:off x="3654888" y="2740429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A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E65A45D-65F2-6418-63EA-F2DF05E3B988}"/>
              </a:ext>
            </a:extLst>
          </p:cNvPr>
          <p:cNvGrpSpPr/>
          <p:nvPr/>
        </p:nvGrpSpPr>
        <p:grpSpPr>
          <a:xfrm>
            <a:off x="7459284" y="2599403"/>
            <a:ext cx="204392" cy="607175"/>
            <a:chOff x="5794944" y="2079049"/>
            <a:chExt cx="630570" cy="790833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1928A1BA-8654-F2DF-31DF-CC3952A40290}"/>
                </a:ext>
              </a:extLst>
            </p:cNvPr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EE94E3DE-2EB7-BE61-C2F1-FB83A523191B}"/>
                </a:ext>
              </a:extLst>
            </p:cNvPr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7B6A9C0-C2BB-8FA2-B094-CCDB0E40F817}"/>
              </a:ext>
            </a:extLst>
          </p:cNvPr>
          <p:cNvSpPr txBox="1"/>
          <p:nvPr/>
        </p:nvSpPr>
        <p:spPr>
          <a:xfrm>
            <a:off x="7245896" y="2660143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794507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16 1 3 1 4"/>
          <p:cNvSpPr/>
          <p:nvPr/>
        </p:nvSpPr>
        <p:spPr>
          <a:xfrm rot="10800000" flipH="1">
            <a:off x="3859284" y="2928376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타원 11"/>
          <p:cNvSpPr/>
          <p:nvPr/>
        </p:nvSpPr>
        <p:spPr>
          <a:xfrm>
            <a:off x="3792236" y="2965446"/>
            <a:ext cx="134096" cy="13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그룹 12"/>
          <p:cNvGrpSpPr/>
          <p:nvPr/>
        </p:nvGrpSpPr>
        <p:grpSpPr>
          <a:xfrm rot="5400000">
            <a:off x="3784139" y="2986815"/>
            <a:ext cx="150287" cy="375743"/>
            <a:chOff x="5794944" y="2079049"/>
            <a:chExt cx="630570" cy="790833"/>
          </a:xfrm>
        </p:grpSpPr>
        <p:sp>
          <p:nvSpPr>
            <p:cNvPr id="14" name="직사각형 13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" name="직선 연결선 14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Line 16 1 3 1 4"/>
          <p:cNvSpPr/>
          <p:nvPr/>
        </p:nvSpPr>
        <p:spPr>
          <a:xfrm rot="10800000" flipH="1">
            <a:off x="3859284" y="3436922"/>
            <a:ext cx="3594548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Line 16 1 3 1 4"/>
          <p:cNvSpPr/>
          <p:nvPr/>
        </p:nvSpPr>
        <p:spPr>
          <a:xfrm rot="10800000" flipH="1">
            <a:off x="3869436" y="3307353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Line 16 1 3 1 4"/>
          <p:cNvSpPr/>
          <p:nvPr/>
        </p:nvSpPr>
        <p:spPr>
          <a:xfrm rot="10800000" flipH="1">
            <a:off x="7453832" y="3307353"/>
            <a:ext cx="0" cy="28274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TextBox 6"/>
          <p:cNvSpPr txBox="1"/>
          <p:nvPr/>
        </p:nvSpPr>
        <p:spPr>
          <a:xfrm>
            <a:off x="5452197" y="3192820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EI, L</a:t>
            </a:r>
            <a:endParaRPr lang="en-US" sz="1200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54888" y="2740429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A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E65A45D-65F2-6418-63EA-F2DF05E3B988}"/>
              </a:ext>
            </a:extLst>
          </p:cNvPr>
          <p:cNvGrpSpPr/>
          <p:nvPr/>
        </p:nvGrpSpPr>
        <p:grpSpPr>
          <a:xfrm>
            <a:off x="7459284" y="2599403"/>
            <a:ext cx="217865" cy="607175"/>
            <a:chOff x="5794944" y="2079049"/>
            <a:chExt cx="630570" cy="790833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1928A1BA-8654-F2DF-31DF-CC3952A40290}"/>
                </a:ext>
              </a:extLst>
            </p:cNvPr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EE94E3DE-2EB7-BE61-C2F1-FB83A523191B}"/>
                </a:ext>
              </a:extLst>
            </p:cNvPr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7B6A9C0-C2BB-8FA2-B094-CCDB0E40F817}"/>
              </a:ext>
            </a:extLst>
          </p:cNvPr>
          <p:cNvSpPr txBox="1"/>
          <p:nvPr/>
        </p:nvSpPr>
        <p:spPr>
          <a:xfrm>
            <a:off x="7245896" y="2660143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3" name="원호 2">
            <a:extLst>
              <a:ext uri="{FF2B5EF4-FFF2-40B4-BE49-F238E27FC236}">
                <a16:creationId xmlns:a16="http://schemas.microsoft.com/office/drawing/2014/main" id="{5616E9F3-1537-4AF0-C933-A36050C5C67E}"/>
              </a:ext>
            </a:extLst>
          </p:cNvPr>
          <p:cNvSpPr/>
          <p:nvPr/>
        </p:nvSpPr>
        <p:spPr>
          <a:xfrm>
            <a:off x="3715981" y="2720594"/>
            <a:ext cx="360000" cy="360000"/>
          </a:xfrm>
          <a:prstGeom prst="arc">
            <a:avLst>
              <a:gd name="adj1" fmla="val 12259889"/>
              <a:gd name="adj2" fmla="val 4340779"/>
            </a:avLst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A305BB-1434-17C2-B36E-DB784B58CCEF}"/>
              </a:ext>
            </a:extLst>
          </p:cNvPr>
          <p:cNvSpPr txBox="1"/>
          <p:nvPr/>
        </p:nvSpPr>
        <p:spPr>
          <a:xfrm>
            <a:off x="3858359" y="2450511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2298179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16 1 3 1 4"/>
          <p:cNvSpPr/>
          <p:nvPr/>
        </p:nvSpPr>
        <p:spPr>
          <a:xfrm rot="10800000" flipH="1">
            <a:off x="3859284" y="2928376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타원 11"/>
          <p:cNvSpPr/>
          <p:nvPr/>
        </p:nvSpPr>
        <p:spPr>
          <a:xfrm>
            <a:off x="3792236" y="2965446"/>
            <a:ext cx="134096" cy="13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이등변 삼각형 2"/>
          <p:cNvSpPr/>
          <p:nvPr/>
        </p:nvSpPr>
        <p:spPr>
          <a:xfrm>
            <a:off x="7383140" y="2965446"/>
            <a:ext cx="152287" cy="1340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7" name="그룹 26"/>
          <p:cNvGrpSpPr/>
          <p:nvPr/>
        </p:nvGrpSpPr>
        <p:grpSpPr>
          <a:xfrm rot="5400000">
            <a:off x="3784139" y="2986815"/>
            <a:ext cx="150287" cy="375743"/>
            <a:chOff x="5794944" y="2079049"/>
            <a:chExt cx="630570" cy="790833"/>
          </a:xfrm>
        </p:grpSpPr>
        <p:sp>
          <p:nvSpPr>
            <p:cNvPr id="28" name="직사각형 27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Line 16 1 3 1 4"/>
          <p:cNvSpPr/>
          <p:nvPr/>
        </p:nvSpPr>
        <p:spPr>
          <a:xfrm rot="10800000" flipH="1">
            <a:off x="3859282" y="3436922"/>
            <a:ext cx="3594549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Line 16 1 3 1 4"/>
          <p:cNvSpPr/>
          <p:nvPr/>
        </p:nvSpPr>
        <p:spPr>
          <a:xfrm rot="10800000" flipH="1">
            <a:off x="3869436" y="3307353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" name="Line 16 1 3 1 4"/>
          <p:cNvSpPr/>
          <p:nvPr/>
        </p:nvSpPr>
        <p:spPr>
          <a:xfrm rot="10800000" flipH="1">
            <a:off x="7453832" y="3307353"/>
            <a:ext cx="0" cy="28274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" name="TextBox 38"/>
          <p:cNvSpPr txBox="1"/>
          <p:nvPr/>
        </p:nvSpPr>
        <p:spPr>
          <a:xfrm>
            <a:off x="5400717" y="3174686"/>
            <a:ext cx="511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EI, L</a:t>
            </a:r>
          </a:p>
        </p:txBody>
      </p:sp>
      <p:grpSp>
        <p:nvGrpSpPr>
          <p:cNvPr id="41" name="그룹 40"/>
          <p:cNvGrpSpPr/>
          <p:nvPr/>
        </p:nvGrpSpPr>
        <p:grpSpPr>
          <a:xfrm rot="5400000">
            <a:off x="7378686" y="2986816"/>
            <a:ext cx="150289" cy="375743"/>
            <a:chOff x="5794944" y="2079049"/>
            <a:chExt cx="630570" cy="790833"/>
          </a:xfrm>
        </p:grpSpPr>
        <p:sp>
          <p:nvSpPr>
            <p:cNvPr id="42" name="직사각형 41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3" name="직선 연결선 42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원호 32">
            <a:extLst>
              <a:ext uri="{FF2B5EF4-FFF2-40B4-BE49-F238E27FC236}">
                <a16:creationId xmlns:a16="http://schemas.microsoft.com/office/drawing/2014/main" id="{7B2FCDF9-7E54-4BB5-8502-419938E7857E}"/>
              </a:ext>
            </a:extLst>
          </p:cNvPr>
          <p:cNvSpPr/>
          <p:nvPr/>
        </p:nvSpPr>
        <p:spPr>
          <a:xfrm>
            <a:off x="7276609" y="2734448"/>
            <a:ext cx="360000" cy="360000"/>
          </a:xfrm>
          <a:prstGeom prst="arc">
            <a:avLst>
              <a:gd name="adj1" fmla="val 12259889"/>
              <a:gd name="adj2" fmla="val 4340779"/>
            </a:avLst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CB9CE8C-9C58-459D-83A8-1B72187F4E50}"/>
              </a:ext>
            </a:extLst>
          </p:cNvPr>
          <p:cNvSpPr txBox="1"/>
          <p:nvPr/>
        </p:nvSpPr>
        <p:spPr>
          <a:xfrm>
            <a:off x="7418987" y="2464365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err="1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bM</a:t>
            </a:r>
            <a:endParaRPr lang="en-US" sz="1200" i="1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44" name="원호 43">
            <a:extLst>
              <a:ext uri="{FF2B5EF4-FFF2-40B4-BE49-F238E27FC236}">
                <a16:creationId xmlns:a16="http://schemas.microsoft.com/office/drawing/2014/main" id="{49768D12-5D6F-4B60-A339-35E92A2BBE59}"/>
              </a:ext>
            </a:extLst>
          </p:cNvPr>
          <p:cNvSpPr/>
          <p:nvPr/>
        </p:nvSpPr>
        <p:spPr>
          <a:xfrm>
            <a:off x="3715981" y="2720594"/>
            <a:ext cx="360000" cy="360000"/>
          </a:xfrm>
          <a:prstGeom prst="arc">
            <a:avLst>
              <a:gd name="adj1" fmla="val 12259889"/>
              <a:gd name="adj2" fmla="val 4340779"/>
            </a:avLst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845BD3-9142-4FA1-BBFC-C051618EF0ED}"/>
              </a:ext>
            </a:extLst>
          </p:cNvPr>
          <p:cNvSpPr txBox="1"/>
          <p:nvPr/>
        </p:nvSpPr>
        <p:spPr>
          <a:xfrm>
            <a:off x="3858359" y="2450511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err="1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aM</a:t>
            </a:r>
            <a:endParaRPr lang="en-US" sz="1200" i="1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C3BB87-6465-7228-9034-436100AA1A75}"/>
              </a:ext>
            </a:extLst>
          </p:cNvPr>
          <p:cNvSpPr txBox="1"/>
          <p:nvPr/>
        </p:nvSpPr>
        <p:spPr>
          <a:xfrm>
            <a:off x="3654888" y="2740429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4FCC45-EFF3-F4DC-4279-E83F1E883DD1}"/>
              </a:ext>
            </a:extLst>
          </p:cNvPr>
          <p:cNvSpPr txBox="1"/>
          <p:nvPr/>
        </p:nvSpPr>
        <p:spPr>
          <a:xfrm>
            <a:off x="7041884" y="2910920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748758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16 1 3 1 4"/>
          <p:cNvSpPr/>
          <p:nvPr/>
        </p:nvSpPr>
        <p:spPr>
          <a:xfrm rot="10800000" flipH="1">
            <a:off x="3859284" y="2928376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타원 11"/>
          <p:cNvSpPr/>
          <p:nvPr/>
        </p:nvSpPr>
        <p:spPr>
          <a:xfrm>
            <a:off x="3792236" y="2965446"/>
            <a:ext cx="134096" cy="13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그룹 12"/>
          <p:cNvGrpSpPr/>
          <p:nvPr/>
        </p:nvGrpSpPr>
        <p:grpSpPr>
          <a:xfrm rot="5400000">
            <a:off x="3784139" y="2986815"/>
            <a:ext cx="150287" cy="375743"/>
            <a:chOff x="5794944" y="2079049"/>
            <a:chExt cx="630570" cy="790833"/>
          </a:xfrm>
        </p:grpSpPr>
        <p:sp>
          <p:nvSpPr>
            <p:cNvPr id="14" name="직사각형 13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" name="직선 연결선 14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Line 16 1 3 1 4"/>
          <p:cNvSpPr/>
          <p:nvPr/>
        </p:nvSpPr>
        <p:spPr>
          <a:xfrm rot="10800000" flipH="1">
            <a:off x="3859282" y="3436922"/>
            <a:ext cx="3594549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Line 16 1 3 1 4"/>
          <p:cNvSpPr/>
          <p:nvPr/>
        </p:nvSpPr>
        <p:spPr>
          <a:xfrm rot="10800000" flipH="1">
            <a:off x="3869436" y="3307353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Line 16 1 3 1 4"/>
          <p:cNvSpPr/>
          <p:nvPr/>
        </p:nvSpPr>
        <p:spPr>
          <a:xfrm rot="10800000" flipH="1">
            <a:off x="7453832" y="3307353"/>
            <a:ext cx="0" cy="28274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TextBox 6"/>
          <p:cNvSpPr txBox="1"/>
          <p:nvPr/>
        </p:nvSpPr>
        <p:spPr>
          <a:xfrm>
            <a:off x="5410335" y="317468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EI,</a:t>
            </a:r>
            <a:r>
              <a:rPr lang="ko-KR" alt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 </a:t>
            </a:r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3" name="이등변 삼각형 2"/>
          <p:cNvSpPr/>
          <p:nvPr/>
        </p:nvSpPr>
        <p:spPr>
          <a:xfrm>
            <a:off x="7383140" y="2965446"/>
            <a:ext cx="152287" cy="1340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0" name="그룹 29"/>
          <p:cNvGrpSpPr/>
          <p:nvPr/>
        </p:nvGrpSpPr>
        <p:grpSpPr>
          <a:xfrm rot="5400000">
            <a:off x="7378686" y="2986816"/>
            <a:ext cx="150289" cy="375743"/>
            <a:chOff x="5794944" y="2079049"/>
            <a:chExt cx="630570" cy="790833"/>
          </a:xfrm>
        </p:grpSpPr>
        <p:sp>
          <p:nvSpPr>
            <p:cNvPr id="32" name="직사각형 31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" name="직선 연결선 32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/>
          <p:cNvSpPr txBox="1"/>
          <p:nvPr/>
        </p:nvSpPr>
        <p:spPr>
          <a:xfrm>
            <a:off x="3654888" y="2740429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7232" y="2777589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4878489-F266-47F9-8B6B-70A08799BB27}"/>
              </a:ext>
            </a:extLst>
          </p:cNvPr>
          <p:cNvSpPr/>
          <p:nvPr/>
        </p:nvSpPr>
        <p:spPr>
          <a:xfrm rot="5400000">
            <a:off x="5506747" y="958517"/>
            <a:ext cx="299598" cy="3581372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ACC743-2DF6-4D31-AB51-C0E8D7155C06}"/>
              </a:ext>
            </a:extLst>
          </p:cNvPr>
          <p:cNvSpPr txBox="1"/>
          <p:nvPr/>
        </p:nvSpPr>
        <p:spPr>
          <a:xfrm>
            <a:off x="5656546" y="2366931"/>
            <a:ext cx="12841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w</a:t>
            </a:r>
            <a:endParaRPr lang="en-US" sz="1200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316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 rot="5400000">
            <a:off x="2111595" y="325133"/>
            <a:ext cx="299598" cy="1794548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8" name="Line 16 1 3 1 4"/>
          <p:cNvSpPr/>
          <p:nvPr/>
        </p:nvSpPr>
        <p:spPr>
          <a:xfrm rot="10800000" flipH="1">
            <a:off x="455799" y="1401580"/>
            <a:ext cx="2708322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이등변 삼각형 2"/>
          <p:cNvSpPr/>
          <p:nvPr/>
        </p:nvSpPr>
        <p:spPr>
          <a:xfrm>
            <a:off x="3087977" y="1438650"/>
            <a:ext cx="152287" cy="1340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16624" y="833431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10kN/m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4D40498-810C-4E00-ABB7-41B8DA569502}"/>
              </a:ext>
            </a:extLst>
          </p:cNvPr>
          <p:cNvGrpSpPr/>
          <p:nvPr/>
        </p:nvGrpSpPr>
        <p:grpSpPr>
          <a:xfrm>
            <a:off x="738498" y="1438650"/>
            <a:ext cx="375743" cy="284385"/>
            <a:chOff x="4647767" y="2965446"/>
            <a:chExt cx="375743" cy="284385"/>
          </a:xfrm>
        </p:grpSpPr>
        <p:sp>
          <p:nvSpPr>
            <p:cNvPr id="12" name="타원 11"/>
            <p:cNvSpPr/>
            <p:nvPr/>
          </p:nvSpPr>
          <p:spPr>
            <a:xfrm>
              <a:off x="4760203" y="2965446"/>
              <a:ext cx="134096" cy="1340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grpSp>
          <p:nvGrpSpPr>
            <p:cNvPr id="27" name="그룹 26"/>
            <p:cNvGrpSpPr/>
            <p:nvPr/>
          </p:nvGrpSpPr>
          <p:grpSpPr>
            <a:xfrm rot="5400000">
              <a:off x="4760494" y="2986815"/>
              <a:ext cx="150289" cy="375743"/>
              <a:chOff x="5794944" y="2079049"/>
              <a:chExt cx="630570" cy="790833"/>
            </a:xfrm>
          </p:grpSpPr>
          <p:sp>
            <p:nvSpPr>
              <p:cNvPr id="28" name="직사각형 27"/>
              <p:cNvSpPr/>
              <p:nvPr/>
            </p:nvSpPr>
            <p:spPr>
              <a:xfrm>
                <a:off x="5794944" y="2079049"/>
                <a:ext cx="630570" cy="790833"/>
              </a:xfrm>
              <a:prstGeom prst="rect">
                <a:avLst/>
              </a:pr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KoPubWorld바탕체_Pro Light" panose="00000300000000000000" pitchFamily="50" charset="-127"/>
                  <a:cs typeface="KoPubWorld바탕체_Pro Light" panose="00000300000000000000" pitchFamily="50" charset="-127"/>
                </a:endParaRPr>
              </a:p>
            </p:txBody>
          </p:sp>
          <p:cxnSp>
            <p:nvCxnSpPr>
              <p:cNvPr id="29" name="직선 연결선 28"/>
              <p:cNvCxnSpPr/>
              <p:nvPr/>
            </p:nvCxnSpPr>
            <p:spPr>
              <a:xfrm>
                <a:off x="5794944" y="2079049"/>
                <a:ext cx="0" cy="79083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1" name="Line 16 1 3 1 4"/>
          <p:cNvSpPr/>
          <p:nvPr/>
        </p:nvSpPr>
        <p:spPr>
          <a:xfrm rot="10800000" flipH="1">
            <a:off x="925613" y="1935292"/>
            <a:ext cx="4292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Line 16 1 3 1 4"/>
          <p:cNvSpPr/>
          <p:nvPr/>
        </p:nvSpPr>
        <p:spPr>
          <a:xfrm rot="10800000" flipH="1">
            <a:off x="465040" y="1822197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" name="Line 16 1 3 1 4"/>
          <p:cNvSpPr/>
          <p:nvPr/>
        </p:nvSpPr>
        <p:spPr>
          <a:xfrm rot="10800000" flipH="1">
            <a:off x="3158669" y="1780557"/>
            <a:ext cx="0" cy="28274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41" name="그룹 40"/>
          <p:cNvGrpSpPr/>
          <p:nvPr/>
        </p:nvGrpSpPr>
        <p:grpSpPr>
          <a:xfrm rot="5400000">
            <a:off x="3083523" y="1460020"/>
            <a:ext cx="150289" cy="375743"/>
            <a:chOff x="5794944" y="2079049"/>
            <a:chExt cx="630570" cy="790833"/>
          </a:xfrm>
        </p:grpSpPr>
        <p:sp>
          <p:nvSpPr>
            <p:cNvPr id="42" name="직사각형 41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43" name="직선 연결선 42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Line 16 1 3 1 4"/>
          <p:cNvSpPr/>
          <p:nvPr/>
        </p:nvSpPr>
        <p:spPr>
          <a:xfrm rot="10800000" flipH="1">
            <a:off x="1364121" y="1935293"/>
            <a:ext cx="1794549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TextBox 25"/>
          <p:cNvSpPr txBox="1"/>
          <p:nvPr/>
        </p:nvSpPr>
        <p:spPr>
          <a:xfrm>
            <a:off x="2094746" y="1684340"/>
            <a:ext cx="4106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4m</a:t>
            </a:r>
          </a:p>
        </p:txBody>
      </p:sp>
      <p:sp>
        <p:nvSpPr>
          <p:cNvPr id="33" name="Line 16 1 3 1 4"/>
          <p:cNvSpPr/>
          <p:nvPr/>
        </p:nvSpPr>
        <p:spPr>
          <a:xfrm rot="10800000" flipH="1">
            <a:off x="1364121" y="1520306"/>
            <a:ext cx="0" cy="54299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6" name="TextBox 65"/>
          <p:cNvSpPr txBox="1"/>
          <p:nvPr/>
        </p:nvSpPr>
        <p:spPr>
          <a:xfrm flipH="1">
            <a:off x="218905" y="1381198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 flipH="1">
            <a:off x="1310727" y="1374848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C</a:t>
            </a:r>
          </a:p>
        </p:txBody>
      </p:sp>
      <p:sp>
        <p:nvSpPr>
          <p:cNvPr id="68" name="TextBox 67"/>
          <p:cNvSpPr txBox="1"/>
          <p:nvPr/>
        </p:nvSpPr>
        <p:spPr>
          <a:xfrm flipH="1">
            <a:off x="645955" y="1358070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B</a:t>
            </a:r>
          </a:p>
        </p:txBody>
      </p:sp>
      <p:sp>
        <p:nvSpPr>
          <p:cNvPr id="44" name="Line 16 1 3 1 4">
            <a:extLst>
              <a:ext uri="{FF2B5EF4-FFF2-40B4-BE49-F238E27FC236}">
                <a16:creationId xmlns:a16="http://schemas.microsoft.com/office/drawing/2014/main" id="{F0E8CD8C-16DD-41C2-8045-5D5554F25C02}"/>
              </a:ext>
            </a:extLst>
          </p:cNvPr>
          <p:cNvSpPr/>
          <p:nvPr/>
        </p:nvSpPr>
        <p:spPr>
          <a:xfrm rot="10800000" flipH="1">
            <a:off x="917224" y="1822197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0" name="Line 16 1 3 1 4">
            <a:extLst>
              <a:ext uri="{FF2B5EF4-FFF2-40B4-BE49-F238E27FC236}">
                <a16:creationId xmlns:a16="http://schemas.microsoft.com/office/drawing/2014/main" id="{0FB10E8B-D53B-4F2A-8539-55EAA71EDAE4}"/>
              </a:ext>
            </a:extLst>
          </p:cNvPr>
          <p:cNvSpPr/>
          <p:nvPr/>
        </p:nvSpPr>
        <p:spPr>
          <a:xfrm rot="10800000" flipH="1">
            <a:off x="465040" y="1935292"/>
            <a:ext cx="4292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A856E89-D10F-4E5E-8B31-A71389F4F98A}"/>
              </a:ext>
            </a:extLst>
          </p:cNvPr>
          <p:cNvSpPr txBox="1"/>
          <p:nvPr/>
        </p:nvSpPr>
        <p:spPr>
          <a:xfrm>
            <a:off x="465039" y="1684340"/>
            <a:ext cx="4106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1m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950E7F3-A36E-411A-8F17-A96BB2A40E44}"/>
              </a:ext>
            </a:extLst>
          </p:cNvPr>
          <p:cNvSpPr txBox="1"/>
          <p:nvPr/>
        </p:nvSpPr>
        <p:spPr>
          <a:xfrm>
            <a:off x="919583" y="1684340"/>
            <a:ext cx="4106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1m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2072BB2-3A39-4E46-83EF-766DE25D5DA0}"/>
              </a:ext>
            </a:extLst>
          </p:cNvPr>
          <p:cNvSpPr txBox="1"/>
          <p:nvPr/>
        </p:nvSpPr>
        <p:spPr>
          <a:xfrm flipH="1">
            <a:off x="3107371" y="1267189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D</a:t>
            </a:r>
          </a:p>
        </p:txBody>
      </p:sp>
      <p:sp>
        <p:nvSpPr>
          <p:cNvPr id="72" name="Line 16 1 3 1 4">
            <a:extLst>
              <a:ext uri="{FF2B5EF4-FFF2-40B4-BE49-F238E27FC236}">
                <a16:creationId xmlns:a16="http://schemas.microsoft.com/office/drawing/2014/main" id="{22C6E050-6285-4B29-95F6-46AA776ABF84}"/>
              </a:ext>
            </a:extLst>
          </p:cNvPr>
          <p:cNvSpPr/>
          <p:nvPr/>
        </p:nvSpPr>
        <p:spPr>
          <a:xfrm rot="10800000" flipH="1">
            <a:off x="457380" y="919223"/>
            <a:ext cx="0" cy="431478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C2F00AA-B046-455C-8317-2774D365751E}"/>
              </a:ext>
            </a:extLst>
          </p:cNvPr>
          <p:cNvSpPr txBox="1"/>
          <p:nvPr/>
        </p:nvSpPr>
        <p:spPr>
          <a:xfrm>
            <a:off x="431960" y="793586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20kN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F2D3E23-EDA7-4C15-847D-573C9272A97F}"/>
              </a:ext>
            </a:extLst>
          </p:cNvPr>
          <p:cNvSpPr/>
          <p:nvPr/>
        </p:nvSpPr>
        <p:spPr>
          <a:xfrm rot="5400000">
            <a:off x="1657401" y="1802816"/>
            <a:ext cx="299598" cy="2684322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Line 16 1 3 1 4">
            <a:extLst>
              <a:ext uri="{FF2B5EF4-FFF2-40B4-BE49-F238E27FC236}">
                <a16:creationId xmlns:a16="http://schemas.microsoft.com/office/drawing/2014/main" id="{3B56EDAE-692F-4A0D-BD93-B72FE1FC206C}"/>
              </a:ext>
            </a:extLst>
          </p:cNvPr>
          <p:cNvSpPr/>
          <p:nvPr/>
        </p:nvSpPr>
        <p:spPr>
          <a:xfrm rot="10800000" flipH="1">
            <a:off x="446492" y="3324150"/>
            <a:ext cx="2708322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5300786-E4F0-4D9D-9C26-9AB186124F50}"/>
              </a:ext>
            </a:extLst>
          </p:cNvPr>
          <p:cNvSpPr txBox="1"/>
          <p:nvPr/>
        </p:nvSpPr>
        <p:spPr>
          <a:xfrm>
            <a:off x="1488274" y="2747184"/>
            <a:ext cx="6896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20kN/m</a:t>
            </a:r>
          </a:p>
        </p:txBody>
      </p:sp>
      <p:sp>
        <p:nvSpPr>
          <p:cNvPr id="47" name="Line 16 1 3 1 4">
            <a:extLst>
              <a:ext uri="{FF2B5EF4-FFF2-40B4-BE49-F238E27FC236}">
                <a16:creationId xmlns:a16="http://schemas.microsoft.com/office/drawing/2014/main" id="{A02CBC6E-6AA9-4487-8F98-838EB25D6AFD}"/>
              </a:ext>
            </a:extLst>
          </p:cNvPr>
          <p:cNvSpPr/>
          <p:nvPr/>
        </p:nvSpPr>
        <p:spPr>
          <a:xfrm rot="10800000" flipH="1">
            <a:off x="916305" y="3857862"/>
            <a:ext cx="563857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8" name="Line 16 1 3 1 4">
            <a:extLst>
              <a:ext uri="{FF2B5EF4-FFF2-40B4-BE49-F238E27FC236}">
                <a16:creationId xmlns:a16="http://schemas.microsoft.com/office/drawing/2014/main" id="{8398FC29-F7C5-4F0E-A313-0D693BC7DF7F}"/>
              </a:ext>
            </a:extLst>
          </p:cNvPr>
          <p:cNvSpPr/>
          <p:nvPr/>
        </p:nvSpPr>
        <p:spPr>
          <a:xfrm rot="10800000" flipH="1">
            <a:off x="455733" y="3744767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" name="Line 16 1 3 1 4">
            <a:extLst>
              <a:ext uri="{FF2B5EF4-FFF2-40B4-BE49-F238E27FC236}">
                <a16:creationId xmlns:a16="http://schemas.microsoft.com/office/drawing/2014/main" id="{7639BE30-A204-4D07-8926-4B47678AE8D1}"/>
              </a:ext>
            </a:extLst>
          </p:cNvPr>
          <p:cNvSpPr/>
          <p:nvPr/>
        </p:nvSpPr>
        <p:spPr>
          <a:xfrm rot="10800000" flipH="1">
            <a:off x="3149362" y="3703127"/>
            <a:ext cx="0" cy="28274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" name="Line 16 1 3 1 4">
            <a:extLst>
              <a:ext uri="{FF2B5EF4-FFF2-40B4-BE49-F238E27FC236}">
                <a16:creationId xmlns:a16="http://schemas.microsoft.com/office/drawing/2014/main" id="{A3E49430-C58B-4390-A561-1FD2C1DE6066}"/>
              </a:ext>
            </a:extLst>
          </p:cNvPr>
          <p:cNvSpPr/>
          <p:nvPr/>
        </p:nvSpPr>
        <p:spPr>
          <a:xfrm rot="10800000" flipH="1">
            <a:off x="1992376" y="3857863"/>
            <a:ext cx="1156987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C4CD516-CC49-4C58-BD3F-4B9009D89789}"/>
              </a:ext>
            </a:extLst>
          </p:cNvPr>
          <p:cNvSpPr txBox="1"/>
          <p:nvPr/>
        </p:nvSpPr>
        <p:spPr>
          <a:xfrm>
            <a:off x="2351794" y="3606910"/>
            <a:ext cx="3818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4m</a:t>
            </a:r>
          </a:p>
        </p:txBody>
      </p:sp>
      <p:sp>
        <p:nvSpPr>
          <p:cNvPr id="55" name="Line 16 1 3 1 4">
            <a:extLst>
              <a:ext uri="{FF2B5EF4-FFF2-40B4-BE49-F238E27FC236}">
                <a16:creationId xmlns:a16="http://schemas.microsoft.com/office/drawing/2014/main" id="{937A1234-0E88-433E-8AA6-4DA9E81D73E2}"/>
              </a:ext>
            </a:extLst>
          </p:cNvPr>
          <p:cNvSpPr/>
          <p:nvPr/>
        </p:nvSpPr>
        <p:spPr>
          <a:xfrm rot="10800000" flipH="1">
            <a:off x="1992377" y="3442876"/>
            <a:ext cx="0" cy="54299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262D43D-5DAF-4F66-932C-8AB2FF129891}"/>
              </a:ext>
            </a:extLst>
          </p:cNvPr>
          <p:cNvSpPr txBox="1"/>
          <p:nvPr/>
        </p:nvSpPr>
        <p:spPr>
          <a:xfrm flipH="1">
            <a:off x="798859" y="3313392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3173D8C-AEAC-4C54-B3A9-50F9CA3550D0}"/>
              </a:ext>
            </a:extLst>
          </p:cNvPr>
          <p:cNvSpPr txBox="1"/>
          <p:nvPr/>
        </p:nvSpPr>
        <p:spPr>
          <a:xfrm flipH="1">
            <a:off x="1940374" y="330857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D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113AAF5-39B2-4EFC-ABCB-6932FD5FF177}"/>
              </a:ext>
            </a:extLst>
          </p:cNvPr>
          <p:cNvGrpSpPr/>
          <p:nvPr/>
        </p:nvGrpSpPr>
        <p:grpSpPr>
          <a:xfrm>
            <a:off x="1216247" y="3292583"/>
            <a:ext cx="468286" cy="364965"/>
            <a:chOff x="1089653" y="3414864"/>
            <a:chExt cx="468286" cy="364965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6756C2A7-BD96-4D27-9BEA-D11231711995}"/>
                </a:ext>
              </a:extLst>
            </p:cNvPr>
            <p:cNvSpPr/>
            <p:nvPr/>
          </p:nvSpPr>
          <p:spPr>
            <a:xfrm>
              <a:off x="1294632" y="3495444"/>
              <a:ext cx="134096" cy="1340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8789460C-6BBB-42BA-8FDA-4079A12DC6C4}"/>
                </a:ext>
              </a:extLst>
            </p:cNvPr>
            <p:cNvGrpSpPr/>
            <p:nvPr/>
          </p:nvGrpSpPr>
          <p:grpSpPr>
            <a:xfrm rot="5400000">
              <a:off x="1294923" y="3516813"/>
              <a:ext cx="150289" cy="375743"/>
              <a:chOff x="5794944" y="2079049"/>
              <a:chExt cx="630570" cy="790833"/>
            </a:xfrm>
          </p:grpSpPr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11CE22F8-E589-4B14-BC23-55CCA71FFADC}"/>
                  </a:ext>
                </a:extLst>
              </p:cNvPr>
              <p:cNvSpPr/>
              <p:nvPr/>
            </p:nvSpPr>
            <p:spPr>
              <a:xfrm>
                <a:off x="5794944" y="2079049"/>
                <a:ext cx="630570" cy="790833"/>
              </a:xfrm>
              <a:prstGeom prst="rect">
                <a:avLst/>
              </a:pr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6" name="직선 연결선 45">
                <a:extLst>
                  <a:ext uri="{FF2B5EF4-FFF2-40B4-BE49-F238E27FC236}">
                    <a16:creationId xmlns:a16="http://schemas.microsoft.com/office/drawing/2014/main" id="{7203E376-A6D1-4E9D-BC92-69369EC114F4}"/>
                  </a:ext>
                </a:extLst>
              </p:cNvPr>
              <p:cNvCxnSpPr/>
              <p:nvPr/>
            </p:nvCxnSpPr>
            <p:spPr>
              <a:xfrm>
                <a:off x="5794944" y="2079049"/>
                <a:ext cx="0" cy="79083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F9A37DA-60EF-486A-99ED-6A576049EB07}"/>
                </a:ext>
              </a:extLst>
            </p:cNvPr>
            <p:cNvSpPr txBox="1"/>
            <p:nvPr/>
          </p:nvSpPr>
          <p:spPr>
            <a:xfrm flipH="1">
              <a:off x="1089653" y="3414864"/>
              <a:ext cx="2936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 New Roman" panose="02020603050405020304" pitchFamily="18" charset="0"/>
                  <a:ea typeface="KoPubWorld바탕체_Pro Light" panose="00000300000000000000" pitchFamily="50" charset="-127"/>
                  <a:cs typeface="Times New Roman" panose="02020603050405020304" pitchFamily="18" charset="0"/>
                </a:rPr>
                <a:t>C</a:t>
              </a:r>
            </a:p>
          </p:txBody>
        </p:sp>
      </p:grpSp>
      <p:sp>
        <p:nvSpPr>
          <p:cNvPr id="59" name="Line 16 1 3 1 4">
            <a:extLst>
              <a:ext uri="{FF2B5EF4-FFF2-40B4-BE49-F238E27FC236}">
                <a16:creationId xmlns:a16="http://schemas.microsoft.com/office/drawing/2014/main" id="{F7E46899-CB16-49FD-9340-45223FF1DFC6}"/>
              </a:ext>
            </a:extLst>
          </p:cNvPr>
          <p:cNvSpPr/>
          <p:nvPr/>
        </p:nvSpPr>
        <p:spPr>
          <a:xfrm rot="10800000" flipH="1">
            <a:off x="967948" y="3744767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" name="Line 16 1 3 1 4">
            <a:extLst>
              <a:ext uri="{FF2B5EF4-FFF2-40B4-BE49-F238E27FC236}">
                <a16:creationId xmlns:a16="http://schemas.microsoft.com/office/drawing/2014/main" id="{DC0EFE0F-D78D-45FE-B725-C04C61F78310}"/>
              </a:ext>
            </a:extLst>
          </p:cNvPr>
          <p:cNvSpPr/>
          <p:nvPr/>
        </p:nvSpPr>
        <p:spPr>
          <a:xfrm rot="10800000" flipH="1">
            <a:off x="455732" y="3857862"/>
            <a:ext cx="512215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04F52DE-CAE3-4F39-9232-D98DCCEC0D5A}"/>
              </a:ext>
            </a:extLst>
          </p:cNvPr>
          <p:cNvSpPr txBox="1"/>
          <p:nvPr/>
        </p:nvSpPr>
        <p:spPr>
          <a:xfrm>
            <a:off x="506066" y="3606910"/>
            <a:ext cx="3818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2m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E195ECB-F669-4C0C-AB96-2B06FE30B57C}"/>
              </a:ext>
            </a:extLst>
          </p:cNvPr>
          <p:cNvSpPr txBox="1"/>
          <p:nvPr/>
        </p:nvSpPr>
        <p:spPr>
          <a:xfrm>
            <a:off x="1547840" y="3606910"/>
            <a:ext cx="3818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2m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BA5EA5A6-CD18-4BA4-B3C9-044C8526820A}"/>
              </a:ext>
            </a:extLst>
          </p:cNvPr>
          <p:cNvGrpSpPr/>
          <p:nvPr/>
        </p:nvGrpSpPr>
        <p:grpSpPr>
          <a:xfrm>
            <a:off x="181851" y="3207700"/>
            <a:ext cx="457841" cy="455091"/>
            <a:chOff x="3332396" y="3324739"/>
            <a:chExt cx="457841" cy="455091"/>
          </a:xfrm>
        </p:grpSpPr>
        <p:sp>
          <p:nvSpPr>
            <p:cNvPr id="34" name="이등변 삼각형 33">
              <a:extLst>
                <a:ext uri="{FF2B5EF4-FFF2-40B4-BE49-F238E27FC236}">
                  <a16:creationId xmlns:a16="http://schemas.microsoft.com/office/drawing/2014/main" id="{6FF576FB-DD95-42EF-AFAF-9FB60FFFF1CE}"/>
                </a:ext>
              </a:extLst>
            </p:cNvPr>
            <p:cNvSpPr/>
            <p:nvPr/>
          </p:nvSpPr>
          <p:spPr>
            <a:xfrm>
              <a:off x="3531675" y="3495444"/>
              <a:ext cx="152287" cy="13409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8042A072-E839-40D8-9DD2-11DD1BEF8ECE}"/>
                </a:ext>
              </a:extLst>
            </p:cNvPr>
            <p:cNvGrpSpPr/>
            <p:nvPr/>
          </p:nvGrpSpPr>
          <p:grpSpPr>
            <a:xfrm rot="5400000">
              <a:off x="3527221" y="3516814"/>
              <a:ext cx="150289" cy="375743"/>
              <a:chOff x="5794944" y="2079049"/>
              <a:chExt cx="630570" cy="790833"/>
            </a:xfrm>
          </p:grpSpPr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F29B9769-4081-4C7C-8742-8068916919E9}"/>
                  </a:ext>
                </a:extLst>
              </p:cNvPr>
              <p:cNvSpPr/>
              <p:nvPr/>
            </p:nvSpPr>
            <p:spPr>
              <a:xfrm>
                <a:off x="5794944" y="2079049"/>
                <a:ext cx="630570" cy="790833"/>
              </a:xfrm>
              <a:prstGeom prst="rect">
                <a:avLst/>
              </a:pr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5DED4B84-6372-42C3-882B-AD3BFD13094B}"/>
                  </a:ext>
                </a:extLst>
              </p:cNvPr>
              <p:cNvCxnSpPr/>
              <p:nvPr/>
            </p:nvCxnSpPr>
            <p:spPr>
              <a:xfrm>
                <a:off x="5794944" y="2079049"/>
                <a:ext cx="0" cy="79083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BD0D367-69B7-456E-9649-13CCC95E7236}"/>
                </a:ext>
              </a:extLst>
            </p:cNvPr>
            <p:cNvSpPr txBox="1"/>
            <p:nvPr/>
          </p:nvSpPr>
          <p:spPr>
            <a:xfrm flipH="1">
              <a:off x="3332396" y="3324739"/>
              <a:ext cx="2872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 New Roman" panose="02020603050405020304" pitchFamily="18" charset="0"/>
                  <a:ea typeface="KoPubWorld바탕체_Pro Light" panose="00000300000000000000" pitchFamily="50" charset="-127"/>
                  <a:cs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75" name="Line 16 1 3 1 4">
            <a:extLst>
              <a:ext uri="{FF2B5EF4-FFF2-40B4-BE49-F238E27FC236}">
                <a16:creationId xmlns:a16="http://schemas.microsoft.com/office/drawing/2014/main" id="{A2DE227C-B91F-4BD5-ACCA-A68031C84D73}"/>
              </a:ext>
            </a:extLst>
          </p:cNvPr>
          <p:cNvSpPr/>
          <p:nvPr/>
        </p:nvSpPr>
        <p:spPr>
          <a:xfrm rot="10800000" flipH="1">
            <a:off x="1480163" y="3729194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5EE2F00-D7CE-4007-928D-27F280108580}"/>
              </a:ext>
            </a:extLst>
          </p:cNvPr>
          <p:cNvSpPr txBox="1"/>
          <p:nvPr/>
        </p:nvSpPr>
        <p:spPr>
          <a:xfrm>
            <a:off x="1026953" y="3599919"/>
            <a:ext cx="3818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2m</a:t>
            </a:r>
          </a:p>
        </p:txBody>
      </p:sp>
      <p:sp>
        <p:nvSpPr>
          <p:cNvPr id="77" name="Line 16 1 3 1 4">
            <a:extLst>
              <a:ext uri="{FF2B5EF4-FFF2-40B4-BE49-F238E27FC236}">
                <a16:creationId xmlns:a16="http://schemas.microsoft.com/office/drawing/2014/main" id="{2B24EBC6-276F-4FCD-9660-ED65B3D037F8}"/>
              </a:ext>
            </a:extLst>
          </p:cNvPr>
          <p:cNvSpPr/>
          <p:nvPr/>
        </p:nvSpPr>
        <p:spPr>
          <a:xfrm rot="10800000" flipH="1">
            <a:off x="1480162" y="3860800"/>
            <a:ext cx="563857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7070DC43-D0EB-4D34-B383-285EB95AD9C6}"/>
              </a:ext>
            </a:extLst>
          </p:cNvPr>
          <p:cNvGrpSpPr/>
          <p:nvPr/>
        </p:nvGrpSpPr>
        <p:grpSpPr>
          <a:xfrm>
            <a:off x="2888941" y="3295214"/>
            <a:ext cx="468286" cy="364965"/>
            <a:chOff x="1089653" y="3414864"/>
            <a:chExt cx="468286" cy="364965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31C4D7E1-1A32-4688-8848-C692982FE659}"/>
                </a:ext>
              </a:extLst>
            </p:cNvPr>
            <p:cNvSpPr/>
            <p:nvPr/>
          </p:nvSpPr>
          <p:spPr>
            <a:xfrm>
              <a:off x="1294632" y="3495444"/>
              <a:ext cx="134096" cy="1340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93A6B547-73B3-483A-88E3-1F433352AE6D}"/>
                </a:ext>
              </a:extLst>
            </p:cNvPr>
            <p:cNvGrpSpPr/>
            <p:nvPr/>
          </p:nvGrpSpPr>
          <p:grpSpPr>
            <a:xfrm rot="5400000">
              <a:off x="1294923" y="3516813"/>
              <a:ext cx="150289" cy="375743"/>
              <a:chOff x="5794944" y="2079049"/>
              <a:chExt cx="630570" cy="790833"/>
            </a:xfrm>
          </p:grpSpPr>
          <p:sp>
            <p:nvSpPr>
              <p:cNvPr id="82" name="직사각형 81">
                <a:extLst>
                  <a:ext uri="{FF2B5EF4-FFF2-40B4-BE49-F238E27FC236}">
                    <a16:creationId xmlns:a16="http://schemas.microsoft.com/office/drawing/2014/main" id="{B631C8D2-A7A3-4338-98BF-9CF06648A915}"/>
                  </a:ext>
                </a:extLst>
              </p:cNvPr>
              <p:cNvSpPr/>
              <p:nvPr/>
            </p:nvSpPr>
            <p:spPr>
              <a:xfrm>
                <a:off x="5794944" y="2079049"/>
                <a:ext cx="630570" cy="790833"/>
              </a:xfrm>
              <a:prstGeom prst="rect">
                <a:avLst/>
              </a:pr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C7455AB2-1AC3-4C24-A947-9B5CCA6CBE94}"/>
                  </a:ext>
                </a:extLst>
              </p:cNvPr>
              <p:cNvCxnSpPr/>
              <p:nvPr/>
            </p:nvCxnSpPr>
            <p:spPr>
              <a:xfrm>
                <a:off x="5794944" y="2079049"/>
                <a:ext cx="0" cy="79083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D23B8E56-E832-42E3-873A-37AA2D4FED20}"/>
                </a:ext>
              </a:extLst>
            </p:cNvPr>
            <p:cNvSpPr txBox="1"/>
            <p:nvPr/>
          </p:nvSpPr>
          <p:spPr>
            <a:xfrm flipH="1">
              <a:off x="1089653" y="3414864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 New Roman" panose="02020603050405020304" pitchFamily="18" charset="0"/>
                  <a:ea typeface="KoPubWorld바탕체_Pro Light" panose="00000300000000000000" pitchFamily="50" charset="-127"/>
                  <a:cs typeface="Times New Roman" panose="02020603050405020304" pitchFamily="18" charset="0"/>
                </a:rPr>
                <a:t>E</a:t>
              </a:r>
            </a:p>
          </p:txBody>
        </p:sp>
      </p:grpSp>
      <p:sp>
        <p:nvSpPr>
          <p:cNvPr id="84" name="타원 83">
            <a:extLst>
              <a:ext uri="{FF2B5EF4-FFF2-40B4-BE49-F238E27FC236}">
                <a16:creationId xmlns:a16="http://schemas.microsoft.com/office/drawing/2014/main" id="{6D52AB71-BD58-42B0-8DF0-086B62ACDD0B}"/>
              </a:ext>
            </a:extLst>
          </p:cNvPr>
          <p:cNvSpPr/>
          <p:nvPr/>
        </p:nvSpPr>
        <p:spPr>
          <a:xfrm>
            <a:off x="1944686" y="3282269"/>
            <a:ext cx="90000" cy="9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69F9108E-6B83-411F-BDA0-35829C62872E}"/>
              </a:ext>
            </a:extLst>
          </p:cNvPr>
          <p:cNvSpPr/>
          <p:nvPr/>
        </p:nvSpPr>
        <p:spPr>
          <a:xfrm rot="5400000">
            <a:off x="5306671" y="-242645"/>
            <a:ext cx="299598" cy="2887094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Line 16 1 3 1 4">
            <a:extLst>
              <a:ext uri="{FF2B5EF4-FFF2-40B4-BE49-F238E27FC236}">
                <a16:creationId xmlns:a16="http://schemas.microsoft.com/office/drawing/2014/main" id="{3ABFC95A-3A8D-463A-ABD6-2AD35C885BBC}"/>
              </a:ext>
            </a:extLst>
          </p:cNvPr>
          <p:cNvSpPr/>
          <p:nvPr/>
        </p:nvSpPr>
        <p:spPr>
          <a:xfrm rot="10800000" flipH="1">
            <a:off x="4018374" y="1382504"/>
            <a:ext cx="3414826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82DA5CFF-3AE4-46CD-AF87-78C2637D8FC6}"/>
              </a:ext>
            </a:extLst>
          </p:cNvPr>
          <p:cNvGrpSpPr/>
          <p:nvPr/>
        </p:nvGrpSpPr>
        <p:grpSpPr>
          <a:xfrm rot="5400000">
            <a:off x="3868574" y="3239145"/>
            <a:ext cx="299598" cy="375743"/>
            <a:chOff x="5794944" y="2079049"/>
            <a:chExt cx="630570" cy="790833"/>
          </a:xfrm>
        </p:grpSpPr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24B5B191-2C9B-4808-B141-6655AE822862}"/>
                </a:ext>
              </a:extLst>
            </p:cNvPr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64162DBD-760F-492B-AA55-AB235EC55E77}"/>
                </a:ext>
              </a:extLst>
            </p:cNvPr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Line 16 1 3 1 4">
            <a:extLst>
              <a:ext uri="{FF2B5EF4-FFF2-40B4-BE49-F238E27FC236}">
                <a16:creationId xmlns:a16="http://schemas.microsoft.com/office/drawing/2014/main" id="{72B4C894-6E90-423A-BB27-81E81A4105AB}"/>
              </a:ext>
            </a:extLst>
          </p:cNvPr>
          <p:cNvSpPr/>
          <p:nvPr/>
        </p:nvSpPr>
        <p:spPr>
          <a:xfrm rot="10800000" flipH="1">
            <a:off x="4018374" y="3606063"/>
            <a:ext cx="0" cy="336099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2" name="Line 16 1 3 1 4">
            <a:extLst>
              <a:ext uri="{FF2B5EF4-FFF2-40B4-BE49-F238E27FC236}">
                <a16:creationId xmlns:a16="http://schemas.microsoft.com/office/drawing/2014/main" id="{5A457E16-A86D-4F98-BE48-5B20DB3769B9}"/>
              </a:ext>
            </a:extLst>
          </p:cNvPr>
          <p:cNvSpPr/>
          <p:nvPr/>
        </p:nvSpPr>
        <p:spPr>
          <a:xfrm rot="10800000" flipH="1">
            <a:off x="5048015" y="1536981"/>
            <a:ext cx="0" cy="240518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3" name="Line 16 1 3 1 4">
            <a:extLst>
              <a:ext uri="{FF2B5EF4-FFF2-40B4-BE49-F238E27FC236}">
                <a16:creationId xmlns:a16="http://schemas.microsoft.com/office/drawing/2014/main" id="{E7B5C65D-F3D4-4486-9A80-85EB52751645}"/>
              </a:ext>
            </a:extLst>
          </p:cNvPr>
          <p:cNvSpPr/>
          <p:nvPr/>
        </p:nvSpPr>
        <p:spPr>
          <a:xfrm rot="10800000" flipH="1">
            <a:off x="5079080" y="3763536"/>
            <a:ext cx="1804763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4" name="Line 16 1 3 1 4">
            <a:extLst>
              <a:ext uri="{FF2B5EF4-FFF2-40B4-BE49-F238E27FC236}">
                <a16:creationId xmlns:a16="http://schemas.microsoft.com/office/drawing/2014/main" id="{F178C8A8-D427-4169-9AD4-EA12CA96E34B}"/>
              </a:ext>
            </a:extLst>
          </p:cNvPr>
          <p:cNvSpPr/>
          <p:nvPr/>
        </p:nvSpPr>
        <p:spPr>
          <a:xfrm rot="10800000" flipH="1">
            <a:off x="6892008" y="3575831"/>
            <a:ext cx="0" cy="336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B0C6E4D-02E7-4C91-9938-40927FFD2F4A}"/>
              </a:ext>
            </a:extLst>
          </p:cNvPr>
          <p:cNvSpPr txBox="1"/>
          <p:nvPr/>
        </p:nvSpPr>
        <p:spPr>
          <a:xfrm>
            <a:off x="5724220" y="3616755"/>
            <a:ext cx="38183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4</a:t>
            </a:r>
            <a:r>
              <a:rPr lang="en-US" sz="1200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m</a:t>
            </a:r>
            <a:endParaRPr lang="en-US" sz="1200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97" name="이등변 삼각형 96">
            <a:extLst>
              <a:ext uri="{FF2B5EF4-FFF2-40B4-BE49-F238E27FC236}">
                <a16:creationId xmlns:a16="http://schemas.microsoft.com/office/drawing/2014/main" id="{F3BE5B5C-D424-4EEB-BD37-F9CA4CA70378}"/>
              </a:ext>
            </a:extLst>
          </p:cNvPr>
          <p:cNvSpPr/>
          <p:nvPr/>
        </p:nvSpPr>
        <p:spPr>
          <a:xfrm>
            <a:off x="6829326" y="3143121"/>
            <a:ext cx="152287" cy="1340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D45FF5AD-EEB4-40B5-A9E5-36075770B7B4}"/>
              </a:ext>
            </a:extLst>
          </p:cNvPr>
          <p:cNvGrpSpPr/>
          <p:nvPr/>
        </p:nvGrpSpPr>
        <p:grpSpPr>
          <a:xfrm rot="5400000">
            <a:off x="6750218" y="3239145"/>
            <a:ext cx="299598" cy="375743"/>
            <a:chOff x="5794944" y="2079049"/>
            <a:chExt cx="630570" cy="790833"/>
          </a:xfrm>
        </p:grpSpPr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1BA17A05-EBC5-440A-B235-DCEE3890A619}"/>
                </a:ext>
              </a:extLst>
            </p:cNvPr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B08971BC-033C-4D1D-A236-0EADD8C99469}"/>
                </a:ext>
              </a:extLst>
            </p:cNvPr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Line 16 1 3 1 4">
            <a:extLst>
              <a:ext uri="{FF2B5EF4-FFF2-40B4-BE49-F238E27FC236}">
                <a16:creationId xmlns:a16="http://schemas.microsoft.com/office/drawing/2014/main" id="{EE97A254-8945-4FE9-87CA-0A81D5A110C1}"/>
              </a:ext>
            </a:extLst>
          </p:cNvPr>
          <p:cNvSpPr/>
          <p:nvPr/>
        </p:nvSpPr>
        <p:spPr>
          <a:xfrm rot="10800000" flipH="1">
            <a:off x="6902140" y="1344781"/>
            <a:ext cx="0" cy="180000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2" name="Line 16 1 3 1 4">
            <a:extLst>
              <a:ext uri="{FF2B5EF4-FFF2-40B4-BE49-F238E27FC236}">
                <a16:creationId xmlns:a16="http://schemas.microsoft.com/office/drawing/2014/main" id="{4EE866F7-8251-4423-83CE-9992F8EFE0C5}"/>
              </a:ext>
            </a:extLst>
          </p:cNvPr>
          <p:cNvSpPr/>
          <p:nvPr/>
        </p:nvSpPr>
        <p:spPr>
          <a:xfrm rot="10800000" flipH="1">
            <a:off x="4020642" y="1343119"/>
            <a:ext cx="0" cy="1800001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12F04E90-63B6-41C3-ADD7-6BDF3A058753}"/>
              </a:ext>
            </a:extLst>
          </p:cNvPr>
          <p:cNvGrpSpPr/>
          <p:nvPr/>
        </p:nvGrpSpPr>
        <p:grpSpPr>
          <a:xfrm rot="5400000">
            <a:off x="6216265" y="2138948"/>
            <a:ext cx="1894713" cy="381836"/>
            <a:chOff x="4011684" y="4000113"/>
            <a:chExt cx="1894713" cy="381836"/>
          </a:xfrm>
        </p:grpSpPr>
        <p:sp>
          <p:nvSpPr>
            <p:cNvPr id="104" name="Line 16 1 3 1 4">
              <a:extLst>
                <a:ext uri="{FF2B5EF4-FFF2-40B4-BE49-F238E27FC236}">
                  <a16:creationId xmlns:a16="http://schemas.microsoft.com/office/drawing/2014/main" id="{FAFEA4EB-05E1-4053-9112-3226D2B89311}"/>
                </a:ext>
              </a:extLst>
            </p:cNvPr>
            <p:cNvSpPr/>
            <p:nvPr/>
          </p:nvSpPr>
          <p:spPr>
            <a:xfrm rot="10800000" flipH="1">
              <a:off x="4011684" y="4176356"/>
              <a:ext cx="1894713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6" name="Line 16 1 3 1 4">
              <a:extLst>
                <a:ext uri="{FF2B5EF4-FFF2-40B4-BE49-F238E27FC236}">
                  <a16:creationId xmlns:a16="http://schemas.microsoft.com/office/drawing/2014/main" id="{CDF7F010-1C41-46AB-82CA-08BC6953D275}"/>
                </a:ext>
              </a:extLst>
            </p:cNvPr>
            <p:cNvSpPr/>
            <p:nvPr/>
          </p:nvSpPr>
          <p:spPr>
            <a:xfrm rot="10800000" flipH="1">
              <a:off x="5906397" y="4023954"/>
              <a:ext cx="0" cy="30079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4C7BBE7A-43EC-4FC2-A3DE-D791F7609403}"/>
                </a:ext>
              </a:extLst>
            </p:cNvPr>
            <p:cNvSpPr txBox="1"/>
            <p:nvPr/>
          </p:nvSpPr>
          <p:spPr>
            <a:xfrm rot="16200000">
              <a:off x="4741642" y="4052531"/>
              <a:ext cx="381836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ea typeface="KoPubWorld바탕체_Pro Light" panose="00000300000000000000" pitchFamily="50" charset="-127"/>
                  <a:cs typeface="Times New Roman" panose="02020603050405020304" pitchFamily="18" charset="0"/>
                </a:rPr>
                <a:t>4m</a:t>
              </a:r>
            </a:p>
          </p:txBody>
        </p:sp>
      </p:grpSp>
      <p:sp>
        <p:nvSpPr>
          <p:cNvPr id="108" name="이등변 삼각형 107">
            <a:extLst>
              <a:ext uri="{FF2B5EF4-FFF2-40B4-BE49-F238E27FC236}">
                <a16:creationId xmlns:a16="http://schemas.microsoft.com/office/drawing/2014/main" id="{F4BDD790-E2CB-48EF-92D0-DEE2A4F03CDD}"/>
              </a:ext>
            </a:extLst>
          </p:cNvPr>
          <p:cNvSpPr/>
          <p:nvPr/>
        </p:nvSpPr>
        <p:spPr>
          <a:xfrm>
            <a:off x="3942228" y="3143120"/>
            <a:ext cx="152287" cy="1340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257461C2-C607-4211-9E8E-B878C81EECB4}"/>
              </a:ext>
            </a:extLst>
          </p:cNvPr>
          <p:cNvSpPr txBox="1"/>
          <p:nvPr/>
        </p:nvSpPr>
        <p:spPr>
          <a:xfrm>
            <a:off x="5088120" y="800928"/>
            <a:ext cx="6896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10kN/m</a:t>
            </a:r>
          </a:p>
        </p:txBody>
      </p:sp>
      <p:sp>
        <p:nvSpPr>
          <p:cNvPr id="115" name="Line 16 1 3 1 4">
            <a:extLst>
              <a:ext uri="{FF2B5EF4-FFF2-40B4-BE49-F238E27FC236}">
                <a16:creationId xmlns:a16="http://schemas.microsoft.com/office/drawing/2014/main" id="{4230CF5E-460D-4F1F-962D-7267696CC8AB}"/>
              </a:ext>
            </a:extLst>
          </p:cNvPr>
          <p:cNvSpPr/>
          <p:nvPr/>
        </p:nvSpPr>
        <p:spPr>
          <a:xfrm rot="10800000" flipH="1">
            <a:off x="4020643" y="3763537"/>
            <a:ext cx="1025104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F48558F-BF82-4C9F-ADBC-575A53FFC820}"/>
              </a:ext>
            </a:extLst>
          </p:cNvPr>
          <p:cNvSpPr txBox="1"/>
          <p:nvPr/>
        </p:nvSpPr>
        <p:spPr>
          <a:xfrm>
            <a:off x="4352429" y="3616755"/>
            <a:ext cx="38183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2</a:t>
            </a:r>
            <a:r>
              <a:rPr lang="en-US" sz="1200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m</a:t>
            </a:r>
            <a:endParaRPr lang="en-US" sz="1200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8" name="타원 117">
            <a:extLst>
              <a:ext uri="{FF2B5EF4-FFF2-40B4-BE49-F238E27FC236}">
                <a16:creationId xmlns:a16="http://schemas.microsoft.com/office/drawing/2014/main" id="{24A3F9A8-AB9E-4A50-95B6-825800DD6982}"/>
              </a:ext>
            </a:extLst>
          </p:cNvPr>
          <p:cNvSpPr/>
          <p:nvPr/>
        </p:nvSpPr>
        <p:spPr>
          <a:xfrm>
            <a:off x="4997244" y="1334558"/>
            <a:ext cx="90000" cy="9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Line 16 1 3 1 4">
            <a:extLst>
              <a:ext uri="{FF2B5EF4-FFF2-40B4-BE49-F238E27FC236}">
                <a16:creationId xmlns:a16="http://schemas.microsoft.com/office/drawing/2014/main" id="{81BB44E9-4082-43FB-981E-A7238462C4B1}"/>
              </a:ext>
            </a:extLst>
          </p:cNvPr>
          <p:cNvSpPr/>
          <p:nvPr/>
        </p:nvSpPr>
        <p:spPr>
          <a:xfrm rot="10800000" flipH="1">
            <a:off x="6901100" y="1130548"/>
            <a:ext cx="5321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3" name="Line 16 1 3 1 4">
            <a:extLst>
              <a:ext uri="{FF2B5EF4-FFF2-40B4-BE49-F238E27FC236}">
                <a16:creationId xmlns:a16="http://schemas.microsoft.com/office/drawing/2014/main" id="{7ED9DA82-E8E3-4647-849D-F1FB2236325E}"/>
              </a:ext>
            </a:extLst>
          </p:cNvPr>
          <p:cNvSpPr/>
          <p:nvPr/>
        </p:nvSpPr>
        <p:spPr>
          <a:xfrm rot="10800000" flipH="1">
            <a:off x="7425608" y="942843"/>
            <a:ext cx="0" cy="336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D9411792-4705-46A7-9276-5E5A0001AF72}"/>
              </a:ext>
            </a:extLst>
          </p:cNvPr>
          <p:cNvSpPr txBox="1"/>
          <p:nvPr/>
        </p:nvSpPr>
        <p:spPr>
          <a:xfrm>
            <a:off x="6964830" y="899957"/>
            <a:ext cx="3818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1m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B589A89-EB3A-4B2E-9809-8EE1E23F21D5}"/>
              </a:ext>
            </a:extLst>
          </p:cNvPr>
          <p:cNvSpPr txBox="1"/>
          <p:nvPr/>
        </p:nvSpPr>
        <p:spPr>
          <a:xfrm flipH="1">
            <a:off x="4029125" y="2982435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D0451B54-F2E7-487C-8355-62291E5DFCFF}"/>
              </a:ext>
            </a:extLst>
          </p:cNvPr>
          <p:cNvSpPr txBox="1"/>
          <p:nvPr/>
        </p:nvSpPr>
        <p:spPr>
          <a:xfrm flipH="1">
            <a:off x="3750517" y="141430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20E0F7F-CE7F-45BE-871F-F2C65AFE2FC2}"/>
              </a:ext>
            </a:extLst>
          </p:cNvPr>
          <p:cNvSpPr txBox="1"/>
          <p:nvPr/>
        </p:nvSpPr>
        <p:spPr>
          <a:xfrm flipH="1">
            <a:off x="5024501" y="1370924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21FB64B7-F4E0-47D1-BB51-9FC8E12ADC8A}"/>
              </a:ext>
            </a:extLst>
          </p:cNvPr>
          <p:cNvSpPr txBox="1"/>
          <p:nvPr/>
        </p:nvSpPr>
        <p:spPr>
          <a:xfrm flipH="1">
            <a:off x="6597303" y="1370924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24FB226-4395-4A35-A396-2F2DE129F76B}"/>
              </a:ext>
            </a:extLst>
          </p:cNvPr>
          <p:cNvSpPr txBox="1"/>
          <p:nvPr/>
        </p:nvSpPr>
        <p:spPr>
          <a:xfrm flipH="1">
            <a:off x="6597892" y="3021115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787A3C3-003E-4906-AA17-8263B04EBC15}"/>
              </a:ext>
            </a:extLst>
          </p:cNvPr>
          <p:cNvSpPr txBox="1"/>
          <p:nvPr/>
        </p:nvSpPr>
        <p:spPr>
          <a:xfrm flipH="1">
            <a:off x="7294759" y="142022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131" name="Line 16 1 3 1 4">
            <a:extLst>
              <a:ext uri="{FF2B5EF4-FFF2-40B4-BE49-F238E27FC236}">
                <a16:creationId xmlns:a16="http://schemas.microsoft.com/office/drawing/2014/main" id="{92130AFC-5B75-428C-B20B-F8261714B4D6}"/>
              </a:ext>
            </a:extLst>
          </p:cNvPr>
          <p:cNvSpPr/>
          <p:nvPr/>
        </p:nvSpPr>
        <p:spPr>
          <a:xfrm rot="10800000" flipH="1">
            <a:off x="7427284" y="911120"/>
            <a:ext cx="0" cy="431478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AD91545-5A4B-4052-B7E4-9486E9500E02}"/>
              </a:ext>
            </a:extLst>
          </p:cNvPr>
          <p:cNvSpPr txBox="1"/>
          <p:nvPr/>
        </p:nvSpPr>
        <p:spPr>
          <a:xfrm>
            <a:off x="6945698" y="700784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20kN</a:t>
            </a:r>
          </a:p>
        </p:txBody>
      </p:sp>
      <p:sp>
        <p:nvSpPr>
          <p:cNvPr id="134" name="Line 16 1 3 1 4">
            <a:extLst>
              <a:ext uri="{FF2B5EF4-FFF2-40B4-BE49-F238E27FC236}">
                <a16:creationId xmlns:a16="http://schemas.microsoft.com/office/drawing/2014/main" id="{38EBD090-7D26-4FE3-82C2-3868EEAEE12C}"/>
              </a:ext>
            </a:extLst>
          </p:cNvPr>
          <p:cNvSpPr/>
          <p:nvPr/>
        </p:nvSpPr>
        <p:spPr>
          <a:xfrm rot="10800000" flipH="1">
            <a:off x="8406432" y="1426210"/>
            <a:ext cx="2903164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1BB1D54D-1C7D-432E-9789-C41623197899}"/>
              </a:ext>
            </a:extLst>
          </p:cNvPr>
          <p:cNvGrpSpPr/>
          <p:nvPr/>
        </p:nvGrpSpPr>
        <p:grpSpPr>
          <a:xfrm rot="5400000">
            <a:off x="8256632" y="3282851"/>
            <a:ext cx="299598" cy="375743"/>
            <a:chOff x="5794944" y="2079049"/>
            <a:chExt cx="630570" cy="790833"/>
          </a:xfrm>
        </p:grpSpPr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584E68D3-AD8F-4C5D-8A74-EE9E7AF5F027}"/>
                </a:ext>
              </a:extLst>
            </p:cNvPr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B9C325EA-3228-408F-AD2E-204FD14491D8}"/>
                </a:ext>
              </a:extLst>
            </p:cNvPr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8" name="Line 16 1 3 1 4">
            <a:extLst>
              <a:ext uri="{FF2B5EF4-FFF2-40B4-BE49-F238E27FC236}">
                <a16:creationId xmlns:a16="http://schemas.microsoft.com/office/drawing/2014/main" id="{1184D7AD-76EB-4574-AB74-1A681B996CDE}"/>
              </a:ext>
            </a:extLst>
          </p:cNvPr>
          <p:cNvSpPr/>
          <p:nvPr/>
        </p:nvSpPr>
        <p:spPr>
          <a:xfrm rot="10800000" flipH="1">
            <a:off x="8406432" y="3649769"/>
            <a:ext cx="0" cy="336099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1" name="Line 16 1 3 1 4">
            <a:extLst>
              <a:ext uri="{FF2B5EF4-FFF2-40B4-BE49-F238E27FC236}">
                <a16:creationId xmlns:a16="http://schemas.microsoft.com/office/drawing/2014/main" id="{4C61600B-DED4-4592-AD48-72EAA0118BE1}"/>
              </a:ext>
            </a:extLst>
          </p:cNvPr>
          <p:cNvSpPr/>
          <p:nvPr/>
        </p:nvSpPr>
        <p:spPr>
          <a:xfrm rot="10800000" flipH="1">
            <a:off x="11280066" y="3619537"/>
            <a:ext cx="0" cy="336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7" name="Line 16 1 3 1 4">
            <a:extLst>
              <a:ext uri="{FF2B5EF4-FFF2-40B4-BE49-F238E27FC236}">
                <a16:creationId xmlns:a16="http://schemas.microsoft.com/office/drawing/2014/main" id="{7CD07A20-7055-4A1B-A18E-3C5E31DEAD65}"/>
              </a:ext>
            </a:extLst>
          </p:cNvPr>
          <p:cNvSpPr/>
          <p:nvPr/>
        </p:nvSpPr>
        <p:spPr>
          <a:xfrm rot="10800000" flipH="1">
            <a:off x="11290198" y="1388487"/>
            <a:ext cx="0" cy="180000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8" name="Line 16 1 3 1 4">
            <a:extLst>
              <a:ext uri="{FF2B5EF4-FFF2-40B4-BE49-F238E27FC236}">
                <a16:creationId xmlns:a16="http://schemas.microsoft.com/office/drawing/2014/main" id="{3AF9D195-5741-47B5-9F2F-6DB95705FAC7}"/>
              </a:ext>
            </a:extLst>
          </p:cNvPr>
          <p:cNvSpPr/>
          <p:nvPr/>
        </p:nvSpPr>
        <p:spPr>
          <a:xfrm rot="10800000" flipH="1">
            <a:off x="8408700" y="1386825"/>
            <a:ext cx="0" cy="1800001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E8A57C88-FAA1-4A5F-9E1D-7980E82261AA}"/>
              </a:ext>
            </a:extLst>
          </p:cNvPr>
          <p:cNvGrpSpPr/>
          <p:nvPr/>
        </p:nvGrpSpPr>
        <p:grpSpPr>
          <a:xfrm rot="5400000">
            <a:off x="9815040" y="2182654"/>
            <a:ext cx="1894713" cy="381836"/>
            <a:chOff x="4011684" y="4000113"/>
            <a:chExt cx="1894713" cy="381836"/>
          </a:xfrm>
        </p:grpSpPr>
        <p:sp>
          <p:nvSpPr>
            <p:cNvPr id="150" name="Line 16 1 3 1 4">
              <a:extLst>
                <a:ext uri="{FF2B5EF4-FFF2-40B4-BE49-F238E27FC236}">
                  <a16:creationId xmlns:a16="http://schemas.microsoft.com/office/drawing/2014/main" id="{F0318884-8A2E-467B-9AD7-410A46571888}"/>
                </a:ext>
              </a:extLst>
            </p:cNvPr>
            <p:cNvSpPr/>
            <p:nvPr/>
          </p:nvSpPr>
          <p:spPr>
            <a:xfrm rot="10800000" flipH="1">
              <a:off x="4011684" y="4176356"/>
              <a:ext cx="1894713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1" name="Line 16 1 3 1 4">
              <a:extLst>
                <a:ext uri="{FF2B5EF4-FFF2-40B4-BE49-F238E27FC236}">
                  <a16:creationId xmlns:a16="http://schemas.microsoft.com/office/drawing/2014/main" id="{AB1DAF98-E916-4D8F-9328-B710AA6C4397}"/>
                </a:ext>
              </a:extLst>
            </p:cNvPr>
            <p:cNvSpPr/>
            <p:nvPr/>
          </p:nvSpPr>
          <p:spPr>
            <a:xfrm rot="10800000" flipH="1">
              <a:off x="5906397" y="4023954"/>
              <a:ext cx="0" cy="30079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4F89BAA6-F943-4B73-9E78-6166D7974CD2}"/>
                </a:ext>
              </a:extLst>
            </p:cNvPr>
            <p:cNvSpPr txBox="1"/>
            <p:nvPr/>
          </p:nvSpPr>
          <p:spPr>
            <a:xfrm rot="16200000">
              <a:off x="4741642" y="4052531"/>
              <a:ext cx="381836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ea typeface="KoPubWorld바탕체_Pro Light" panose="00000300000000000000" pitchFamily="50" charset="-127"/>
                  <a:cs typeface="Times New Roman" panose="02020603050405020304" pitchFamily="18" charset="0"/>
                </a:rPr>
                <a:t>4m</a:t>
              </a:r>
            </a:p>
          </p:txBody>
        </p:sp>
      </p:grpSp>
      <p:sp>
        <p:nvSpPr>
          <p:cNvPr id="153" name="이등변 삼각형 152">
            <a:extLst>
              <a:ext uri="{FF2B5EF4-FFF2-40B4-BE49-F238E27FC236}">
                <a16:creationId xmlns:a16="http://schemas.microsoft.com/office/drawing/2014/main" id="{85F322CC-FB2D-4E70-A736-9C0FA5607284}"/>
              </a:ext>
            </a:extLst>
          </p:cNvPr>
          <p:cNvSpPr/>
          <p:nvPr/>
        </p:nvSpPr>
        <p:spPr>
          <a:xfrm>
            <a:off x="8330286" y="3186826"/>
            <a:ext cx="152287" cy="1340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Line 16 1 3 1 4">
            <a:extLst>
              <a:ext uri="{FF2B5EF4-FFF2-40B4-BE49-F238E27FC236}">
                <a16:creationId xmlns:a16="http://schemas.microsoft.com/office/drawing/2014/main" id="{4D98BE64-CE17-4AAC-909F-A2240BCA1A95}"/>
              </a:ext>
            </a:extLst>
          </p:cNvPr>
          <p:cNvSpPr/>
          <p:nvPr/>
        </p:nvSpPr>
        <p:spPr>
          <a:xfrm rot="10800000" flipH="1">
            <a:off x="8408700" y="3807243"/>
            <a:ext cx="2871366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EC752C2D-0D49-4C3F-AC69-4E5071E63738}"/>
              </a:ext>
            </a:extLst>
          </p:cNvPr>
          <p:cNvSpPr txBox="1"/>
          <p:nvPr/>
        </p:nvSpPr>
        <p:spPr>
          <a:xfrm>
            <a:off x="9699885" y="3660461"/>
            <a:ext cx="38183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6m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E6C7D784-89FE-4776-9813-95D365331FDE}"/>
              </a:ext>
            </a:extLst>
          </p:cNvPr>
          <p:cNvSpPr txBox="1"/>
          <p:nvPr/>
        </p:nvSpPr>
        <p:spPr>
          <a:xfrm flipH="1">
            <a:off x="8417183" y="3026141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5568EF25-0E8D-41C4-AC62-DAAB69B5A554}"/>
              </a:ext>
            </a:extLst>
          </p:cNvPr>
          <p:cNvSpPr txBox="1"/>
          <p:nvPr/>
        </p:nvSpPr>
        <p:spPr>
          <a:xfrm flipH="1">
            <a:off x="8138575" y="1458012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DF60030-EA38-475F-ADCD-946C1E7A8778}"/>
              </a:ext>
            </a:extLst>
          </p:cNvPr>
          <p:cNvSpPr txBox="1"/>
          <p:nvPr/>
        </p:nvSpPr>
        <p:spPr>
          <a:xfrm flipH="1">
            <a:off x="10985361" y="1414630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C</a:t>
            </a:r>
          </a:p>
        </p:txBody>
      </p: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2CD76641-B355-4766-8587-B785CFA9D1E3}"/>
              </a:ext>
            </a:extLst>
          </p:cNvPr>
          <p:cNvGrpSpPr/>
          <p:nvPr/>
        </p:nvGrpSpPr>
        <p:grpSpPr>
          <a:xfrm>
            <a:off x="11037569" y="3104501"/>
            <a:ext cx="468286" cy="364965"/>
            <a:chOff x="1089653" y="3414864"/>
            <a:chExt cx="468286" cy="364965"/>
          </a:xfrm>
        </p:grpSpPr>
        <p:sp>
          <p:nvSpPr>
            <p:cNvPr id="170" name="타원 169">
              <a:extLst>
                <a:ext uri="{FF2B5EF4-FFF2-40B4-BE49-F238E27FC236}">
                  <a16:creationId xmlns:a16="http://schemas.microsoft.com/office/drawing/2014/main" id="{3A0D2AAF-94EE-4AC0-951D-1DB35FBB8A6C}"/>
                </a:ext>
              </a:extLst>
            </p:cNvPr>
            <p:cNvSpPr/>
            <p:nvPr/>
          </p:nvSpPr>
          <p:spPr>
            <a:xfrm>
              <a:off x="1294632" y="3495444"/>
              <a:ext cx="134096" cy="1340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71" name="그룹 170">
              <a:extLst>
                <a:ext uri="{FF2B5EF4-FFF2-40B4-BE49-F238E27FC236}">
                  <a16:creationId xmlns:a16="http://schemas.microsoft.com/office/drawing/2014/main" id="{E75055B4-9942-4DD3-A2F8-80C7D1A7E7FC}"/>
                </a:ext>
              </a:extLst>
            </p:cNvPr>
            <p:cNvGrpSpPr/>
            <p:nvPr/>
          </p:nvGrpSpPr>
          <p:grpSpPr>
            <a:xfrm rot="5400000">
              <a:off x="1294923" y="3516813"/>
              <a:ext cx="150289" cy="375743"/>
              <a:chOff x="5794944" y="2079049"/>
              <a:chExt cx="630570" cy="790833"/>
            </a:xfrm>
          </p:grpSpPr>
          <p:sp>
            <p:nvSpPr>
              <p:cNvPr id="173" name="직사각형 172">
                <a:extLst>
                  <a:ext uri="{FF2B5EF4-FFF2-40B4-BE49-F238E27FC236}">
                    <a16:creationId xmlns:a16="http://schemas.microsoft.com/office/drawing/2014/main" id="{8494FCC2-92E1-4609-B2BC-E090A6103508}"/>
                  </a:ext>
                </a:extLst>
              </p:cNvPr>
              <p:cNvSpPr/>
              <p:nvPr/>
            </p:nvSpPr>
            <p:spPr>
              <a:xfrm>
                <a:off x="5794944" y="2079049"/>
                <a:ext cx="630570" cy="790833"/>
              </a:xfrm>
              <a:prstGeom prst="rect">
                <a:avLst/>
              </a:pr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74" name="직선 연결선 173">
                <a:extLst>
                  <a:ext uri="{FF2B5EF4-FFF2-40B4-BE49-F238E27FC236}">
                    <a16:creationId xmlns:a16="http://schemas.microsoft.com/office/drawing/2014/main" id="{395001B7-5902-46B1-B565-83B18E36AE8E}"/>
                  </a:ext>
                </a:extLst>
              </p:cNvPr>
              <p:cNvCxnSpPr/>
              <p:nvPr/>
            </p:nvCxnSpPr>
            <p:spPr>
              <a:xfrm>
                <a:off x="5794944" y="2079049"/>
                <a:ext cx="0" cy="79083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0196B47D-50D6-4F1F-8EF9-3C709928B932}"/>
                </a:ext>
              </a:extLst>
            </p:cNvPr>
            <p:cNvSpPr txBox="1"/>
            <p:nvPr/>
          </p:nvSpPr>
          <p:spPr>
            <a:xfrm flipH="1">
              <a:off x="1089653" y="3414864"/>
              <a:ext cx="30649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 New Roman" panose="02020603050405020304" pitchFamily="18" charset="0"/>
                  <a:ea typeface="KoPubWorld바탕체_Pro Light" panose="00000300000000000000" pitchFamily="50" charset="-127"/>
                  <a:cs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209" name="Line 16 1 3 1 4">
            <a:extLst>
              <a:ext uri="{FF2B5EF4-FFF2-40B4-BE49-F238E27FC236}">
                <a16:creationId xmlns:a16="http://schemas.microsoft.com/office/drawing/2014/main" id="{C3DC81FF-7BC8-48ED-910E-A14F05725224}"/>
              </a:ext>
            </a:extLst>
          </p:cNvPr>
          <p:cNvSpPr/>
          <p:nvPr/>
        </p:nvSpPr>
        <p:spPr>
          <a:xfrm rot="10800000" flipH="1">
            <a:off x="434570" y="5416473"/>
            <a:ext cx="2708322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2" name="Line 16 1 3 1 4">
            <a:extLst>
              <a:ext uri="{FF2B5EF4-FFF2-40B4-BE49-F238E27FC236}">
                <a16:creationId xmlns:a16="http://schemas.microsoft.com/office/drawing/2014/main" id="{B2B6DB47-865C-48D0-81D3-E511D3BD4DBB}"/>
              </a:ext>
            </a:extLst>
          </p:cNvPr>
          <p:cNvSpPr/>
          <p:nvPr/>
        </p:nvSpPr>
        <p:spPr>
          <a:xfrm rot="10800000" flipH="1">
            <a:off x="443811" y="5837090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3" name="Line 16 1 3 1 4">
            <a:extLst>
              <a:ext uri="{FF2B5EF4-FFF2-40B4-BE49-F238E27FC236}">
                <a16:creationId xmlns:a16="http://schemas.microsoft.com/office/drawing/2014/main" id="{273AE811-10B6-4218-88CF-B1D3AB966129}"/>
              </a:ext>
            </a:extLst>
          </p:cNvPr>
          <p:cNvSpPr/>
          <p:nvPr/>
        </p:nvSpPr>
        <p:spPr>
          <a:xfrm rot="10800000" flipH="1">
            <a:off x="3137440" y="5795450"/>
            <a:ext cx="0" cy="28274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229" name="그룹 228">
            <a:extLst>
              <a:ext uri="{FF2B5EF4-FFF2-40B4-BE49-F238E27FC236}">
                <a16:creationId xmlns:a16="http://schemas.microsoft.com/office/drawing/2014/main" id="{9D0BFC7C-4E16-4B0D-892B-E226EB284DA0}"/>
              </a:ext>
            </a:extLst>
          </p:cNvPr>
          <p:cNvGrpSpPr/>
          <p:nvPr/>
        </p:nvGrpSpPr>
        <p:grpSpPr>
          <a:xfrm>
            <a:off x="169929" y="5300023"/>
            <a:ext cx="457841" cy="455091"/>
            <a:chOff x="3332396" y="3324739"/>
            <a:chExt cx="457841" cy="455091"/>
          </a:xfrm>
        </p:grpSpPr>
        <p:sp>
          <p:nvSpPr>
            <p:cNvPr id="230" name="이등변 삼각형 229">
              <a:extLst>
                <a:ext uri="{FF2B5EF4-FFF2-40B4-BE49-F238E27FC236}">
                  <a16:creationId xmlns:a16="http://schemas.microsoft.com/office/drawing/2014/main" id="{EB937F1B-7EF9-4751-B833-87A20CEFA791}"/>
                </a:ext>
              </a:extLst>
            </p:cNvPr>
            <p:cNvSpPr/>
            <p:nvPr/>
          </p:nvSpPr>
          <p:spPr>
            <a:xfrm>
              <a:off x="3531675" y="3495444"/>
              <a:ext cx="152287" cy="13409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31" name="그룹 230">
              <a:extLst>
                <a:ext uri="{FF2B5EF4-FFF2-40B4-BE49-F238E27FC236}">
                  <a16:creationId xmlns:a16="http://schemas.microsoft.com/office/drawing/2014/main" id="{BE6F5A44-8C00-4EDB-9774-30DB964E9DB5}"/>
                </a:ext>
              </a:extLst>
            </p:cNvPr>
            <p:cNvGrpSpPr/>
            <p:nvPr/>
          </p:nvGrpSpPr>
          <p:grpSpPr>
            <a:xfrm rot="5400000">
              <a:off x="3527221" y="3516814"/>
              <a:ext cx="150289" cy="375743"/>
              <a:chOff x="5794944" y="2079049"/>
              <a:chExt cx="630570" cy="790833"/>
            </a:xfrm>
          </p:grpSpPr>
          <p:sp>
            <p:nvSpPr>
              <p:cNvPr id="233" name="직사각형 232">
                <a:extLst>
                  <a:ext uri="{FF2B5EF4-FFF2-40B4-BE49-F238E27FC236}">
                    <a16:creationId xmlns:a16="http://schemas.microsoft.com/office/drawing/2014/main" id="{00564827-B08D-42C9-821B-8C1D867AE9DF}"/>
                  </a:ext>
                </a:extLst>
              </p:cNvPr>
              <p:cNvSpPr/>
              <p:nvPr/>
            </p:nvSpPr>
            <p:spPr>
              <a:xfrm>
                <a:off x="5794944" y="2079049"/>
                <a:ext cx="630570" cy="790833"/>
              </a:xfrm>
              <a:prstGeom prst="rect">
                <a:avLst/>
              </a:pr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34" name="직선 연결선 233">
                <a:extLst>
                  <a:ext uri="{FF2B5EF4-FFF2-40B4-BE49-F238E27FC236}">
                    <a16:creationId xmlns:a16="http://schemas.microsoft.com/office/drawing/2014/main" id="{0413AAFD-2280-48D3-B932-6295A111734E}"/>
                  </a:ext>
                </a:extLst>
              </p:cNvPr>
              <p:cNvCxnSpPr/>
              <p:nvPr/>
            </p:nvCxnSpPr>
            <p:spPr>
              <a:xfrm>
                <a:off x="5794944" y="2079049"/>
                <a:ext cx="0" cy="79083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0EF83B78-8F5A-4172-83D6-51A47928895D}"/>
                </a:ext>
              </a:extLst>
            </p:cNvPr>
            <p:cNvSpPr txBox="1"/>
            <p:nvPr/>
          </p:nvSpPr>
          <p:spPr>
            <a:xfrm flipH="1">
              <a:off x="3332396" y="3324739"/>
              <a:ext cx="2872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 New Roman" panose="02020603050405020304" pitchFamily="18" charset="0"/>
                  <a:ea typeface="KoPubWorld바탕체_Pro Light" panose="00000300000000000000" pitchFamily="50" charset="-127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240" name="그룹 239">
            <a:extLst>
              <a:ext uri="{FF2B5EF4-FFF2-40B4-BE49-F238E27FC236}">
                <a16:creationId xmlns:a16="http://schemas.microsoft.com/office/drawing/2014/main" id="{BFA7AFBD-BD73-449B-98A0-747A9F4FF9A9}"/>
              </a:ext>
            </a:extLst>
          </p:cNvPr>
          <p:cNvGrpSpPr/>
          <p:nvPr/>
        </p:nvGrpSpPr>
        <p:grpSpPr>
          <a:xfrm>
            <a:off x="2877019" y="5387537"/>
            <a:ext cx="468286" cy="364965"/>
            <a:chOff x="1089653" y="3414864"/>
            <a:chExt cx="468286" cy="364965"/>
          </a:xfrm>
        </p:grpSpPr>
        <p:sp>
          <p:nvSpPr>
            <p:cNvPr id="241" name="타원 240">
              <a:extLst>
                <a:ext uri="{FF2B5EF4-FFF2-40B4-BE49-F238E27FC236}">
                  <a16:creationId xmlns:a16="http://schemas.microsoft.com/office/drawing/2014/main" id="{7BB4FD9B-CA73-4BFF-BEAC-D60A1A553605}"/>
                </a:ext>
              </a:extLst>
            </p:cNvPr>
            <p:cNvSpPr/>
            <p:nvPr/>
          </p:nvSpPr>
          <p:spPr>
            <a:xfrm>
              <a:off x="1294632" y="3495444"/>
              <a:ext cx="134096" cy="1340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42" name="그룹 241">
              <a:extLst>
                <a:ext uri="{FF2B5EF4-FFF2-40B4-BE49-F238E27FC236}">
                  <a16:creationId xmlns:a16="http://schemas.microsoft.com/office/drawing/2014/main" id="{D525D77A-B522-4AD4-9BA5-573D620D8854}"/>
                </a:ext>
              </a:extLst>
            </p:cNvPr>
            <p:cNvGrpSpPr/>
            <p:nvPr/>
          </p:nvGrpSpPr>
          <p:grpSpPr>
            <a:xfrm rot="5400000">
              <a:off x="1294923" y="3516813"/>
              <a:ext cx="150289" cy="375743"/>
              <a:chOff x="5794944" y="2079049"/>
              <a:chExt cx="630570" cy="790833"/>
            </a:xfrm>
          </p:grpSpPr>
          <p:sp>
            <p:nvSpPr>
              <p:cNvPr id="244" name="직사각형 243">
                <a:extLst>
                  <a:ext uri="{FF2B5EF4-FFF2-40B4-BE49-F238E27FC236}">
                    <a16:creationId xmlns:a16="http://schemas.microsoft.com/office/drawing/2014/main" id="{B9E7F4DE-835D-4CEA-A61F-E0251BD2A7F3}"/>
                  </a:ext>
                </a:extLst>
              </p:cNvPr>
              <p:cNvSpPr/>
              <p:nvPr/>
            </p:nvSpPr>
            <p:spPr>
              <a:xfrm>
                <a:off x="5794944" y="2079049"/>
                <a:ext cx="630570" cy="790833"/>
              </a:xfrm>
              <a:prstGeom prst="rect">
                <a:avLst/>
              </a:pr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45" name="직선 연결선 244">
                <a:extLst>
                  <a:ext uri="{FF2B5EF4-FFF2-40B4-BE49-F238E27FC236}">
                    <a16:creationId xmlns:a16="http://schemas.microsoft.com/office/drawing/2014/main" id="{178FAD6C-624B-4766-B8F8-C2FADB176BDE}"/>
                  </a:ext>
                </a:extLst>
              </p:cNvPr>
              <p:cNvCxnSpPr/>
              <p:nvPr/>
            </p:nvCxnSpPr>
            <p:spPr>
              <a:xfrm>
                <a:off x="5794944" y="2079049"/>
                <a:ext cx="0" cy="79083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132C876D-BAC8-4FC3-A3B2-C59DA9335750}"/>
                </a:ext>
              </a:extLst>
            </p:cNvPr>
            <p:cNvSpPr txBox="1"/>
            <p:nvPr/>
          </p:nvSpPr>
          <p:spPr>
            <a:xfrm flipH="1">
              <a:off x="1089653" y="3414864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 New Roman" panose="02020603050405020304" pitchFamily="18" charset="0"/>
                  <a:ea typeface="KoPubWorld바탕체_Pro Light" panose="00000300000000000000" pitchFamily="50" charset="-127"/>
                  <a:cs typeface="Times New Roman" panose="02020603050405020304" pitchFamily="18" charset="0"/>
                </a:rPr>
                <a:t>B</a:t>
              </a:r>
            </a:p>
          </p:txBody>
        </p:sp>
      </p:grpSp>
      <p:sp>
        <p:nvSpPr>
          <p:cNvPr id="247" name="Line 16 1 3 1 4">
            <a:extLst>
              <a:ext uri="{FF2B5EF4-FFF2-40B4-BE49-F238E27FC236}">
                <a16:creationId xmlns:a16="http://schemas.microsoft.com/office/drawing/2014/main" id="{B45CA1FF-C5F2-4351-AB0C-02AB80E257B4}"/>
              </a:ext>
            </a:extLst>
          </p:cNvPr>
          <p:cNvSpPr/>
          <p:nvPr/>
        </p:nvSpPr>
        <p:spPr>
          <a:xfrm rot="10800000" flipH="1">
            <a:off x="440913" y="5947515"/>
            <a:ext cx="1337768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2D32162B-2E21-4BC3-80C9-2018FF4F1762}"/>
              </a:ext>
            </a:extLst>
          </p:cNvPr>
          <p:cNvSpPr txBox="1"/>
          <p:nvPr/>
        </p:nvSpPr>
        <p:spPr>
          <a:xfrm>
            <a:off x="2302327" y="5890484"/>
            <a:ext cx="3818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3</a:t>
            </a:r>
            <a:r>
              <a:rPr lang="en-US" sz="1200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m</a:t>
            </a:r>
            <a:endParaRPr lang="en-US" sz="1200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250" name="Line 16 1 3 1 4">
            <a:extLst>
              <a:ext uri="{FF2B5EF4-FFF2-40B4-BE49-F238E27FC236}">
                <a16:creationId xmlns:a16="http://schemas.microsoft.com/office/drawing/2014/main" id="{A51CDF52-9799-4E1D-B6BA-6A4E182FD11B}"/>
              </a:ext>
            </a:extLst>
          </p:cNvPr>
          <p:cNvSpPr/>
          <p:nvPr/>
        </p:nvSpPr>
        <p:spPr>
          <a:xfrm rot="10800000" flipH="1">
            <a:off x="8107008" y="5326675"/>
            <a:ext cx="2708322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2" name="Line 16 1 3 1 4">
            <a:extLst>
              <a:ext uri="{FF2B5EF4-FFF2-40B4-BE49-F238E27FC236}">
                <a16:creationId xmlns:a16="http://schemas.microsoft.com/office/drawing/2014/main" id="{0917E552-DFE1-450A-82F5-A98BD0CD1CD7}"/>
              </a:ext>
            </a:extLst>
          </p:cNvPr>
          <p:cNvSpPr/>
          <p:nvPr/>
        </p:nvSpPr>
        <p:spPr>
          <a:xfrm rot="10800000" flipH="1">
            <a:off x="8116249" y="5747292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3" name="Line 16 1 3 1 4">
            <a:extLst>
              <a:ext uri="{FF2B5EF4-FFF2-40B4-BE49-F238E27FC236}">
                <a16:creationId xmlns:a16="http://schemas.microsoft.com/office/drawing/2014/main" id="{F44FA5CF-EAEE-4031-9D55-C88756960A85}"/>
              </a:ext>
            </a:extLst>
          </p:cNvPr>
          <p:cNvSpPr/>
          <p:nvPr/>
        </p:nvSpPr>
        <p:spPr>
          <a:xfrm rot="10800000" flipH="1">
            <a:off x="10809878" y="5705652"/>
            <a:ext cx="0" cy="28274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254" name="그룹 253">
            <a:extLst>
              <a:ext uri="{FF2B5EF4-FFF2-40B4-BE49-F238E27FC236}">
                <a16:creationId xmlns:a16="http://schemas.microsoft.com/office/drawing/2014/main" id="{158E5E0B-AE5F-45B5-B8FD-A1B0374F94C9}"/>
              </a:ext>
            </a:extLst>
          </p:cNvPr>
          <p:cNvGrpSpPr/>
          <p:nvPr/>
        </p:nvGrpSpPr>
        <p:grpSpPr>
          <a:xfrm>
            <a:off x="7842367" y="5210225"/>
            <a:ext cx="457841" cy="455091"/>
            <a:chOff x="3332396" y="3324739"/>
            <a:chExt cx="457841" cy="455091"/>
          </a:xfrm>
        </p:grpSpPr>
        <p:sp>
          <p:nvSpPr>
            <p:cNvPr id="255" name="이등변 삼각형 254">
              <a:extLst>
                <a:ext uri="{FF2B5EF4-FFF2-40B4-BE49-F238E27FC236}">
                  <a16:creationId xmlns:a16="http://schemas.microsoft.com/office/drawing/2014/main" id="{0E86ADBF-BC37-4B71-8792-6FE30DF63A5F}"/>
                </a:ext>
              </a:extLst>
            </p:cNvPr>
            <p:cNvSpPr/>
            <p:nvPr/>
          </p:nvSpPr>
          <p:spPr>
            <a:xfrm>
              <a:off x="3531675" y="3495444"/>
              <a:ext cx="152287" cy="13409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56" name="그룹 255">
              <a:extLst>
                <a:ext uri="{FF2B5EF4-FFF2-40B4-BE49-F238E27FC236}">
                  <a16:creationId xmlns:a16="http://schemas.microsoft.com/office/drawing/2014/main" id="{0E38568F-E72D-4259-9D40-B7DD7F1FBBA9}"/>
                </a:ext>
              </a:extLst>
            </p:cNvPr>
            <p:cNvGrpSpPr/>
            <p:nvPr/>
          </p:nvGrpSpPr>
          <p:grpSpPr>
            <a:xfrm rot="5400000">
              <a:off x="3527221" y="3516814"/>
              <a:ext cx="150289" cy="375743"/>
              <a:chOff x="5794944" y="2079049"/>
              <a:chExt cx="630570" cy="790833"/>
            </a:xfrm>
          </p:grpSpPr>
          <p:sp>
            <p:nvSpPr>
              <p:cNvPr id="258" name="직사각형 257">
                <a:extLst>
                  <a:ext uri="{FF2B5EF4-FFF2-40B4-BE49-F238E27FC236}">
                    <a16:creationId xmlns:a16="http://schemas.microsoft.com/office/drawing/2014/main" id="{256CF113-DE88-4B7C-AA75-50F130162BE7}"/>
                  </a:ext>
                </a:extLst>
              </p:cNvPr>
              <p:cNvSpPr/>
              <p:nvPr/>
            </p:nvSpPr>
            <p:spPr>
              <a:xfrm>
                <a:off x="5794944" y="2079049"/>
                <a:ext cx="630570" cy="790833"/>
              </a:xfrm>
              <a:prstGeom prst="rect">
                <a:avLst/>
              </a:pr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59" name="직선 연결선 258">
                <a:extLst>
                  <a:ext uri="{FF2B5EF4-FFF2-40B4-BE49-F238E27FC236}">
                    <a16:creationId xmlns:a16="http://schemas.microsoft.com/office/drawing/2014/main" id="{F2DC093C-9D9C-466B-A57B-317460E076A4}"/>
                  </a:ext>
                </a:extLst>
              </p:cNvPr>
              <p:cNvCxnSpPr/>
              <p:nvPr/>
            </p:nvCxnSpPr>
            <p:spPr>
              <a:xfrm>
                <a:off x="5794944" y="2079049"/>
                <a:ext cx="0" cy="79083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306DF01B-49FA-4F54-87C4-F26DC14257A8}"/>
                </a:ext>
              </a:extLst>
            </p:cNvPr>
            <p:cNvSpPr txBox="1"/>
            <p:nvPr/>
          </p:nvSpPr>
          <p:spPr>
            <a:xfrm flipH="1">
              <a:off x="3332396" y="3324739"/>
              <a:ext cx="2872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 New Roman" panose="02020603050405020304" pitchFamily="18" charset="0"/>
                  <a:ea typeface="KoPubWorld바탕체_Pro Light" panose="00000300000000000000" pitchFamily="50" charset="-127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260" name="그룹 259">
            <a:extLst>
              <a:ext uri="{FF2B5EF4-FFF2-40B4-BE49-F238E27FC236}">
                <a16:creationId xmlns:a16="http://schemas.microsoft.com/office/drawing/2014/main" id="{62916DB8-B87F-4058-87BC-2E3F5A347BF9}"/>
              </a:ext>
            </a:extLst>
          </p:cNvPr>
          <p:cNvGrpSpPr/>
          <p:nvPr/>
        </p:nvGrpSpPr>
        <p:grpSpPr>
          <a:xfrm>
            <a:off x="10642000" y="5156997"/>
            <a:ext cx="420876" cy="505707"/>
            <a:chOff x="1182196" y="3274122"/>
            <a:chExt cx="420876" cy="505707"/>
          </a:xfrm>
        </p:grpSpPr>
        <p:sp>
          <p:nvSpPr>
            <p:cNvPr id="261" name="타원 260">
              <a:extLst>
                <a:ext uri="{FF2B5EF4-FFF2-40B4-BE49-F238E27FC236}">
                  <a16:creationId xmlns:a16="http://schemas.microsoft.com/office/drawing/2014/main" id="{C6205AC0-2F13-4C74-B5F2-C39CDEDAFF15}"/>
                </a:ext>
              </a:extLst>
            </p:cNvPr>
            <p:cNvSpPr/>
            <p:nvPr/>
          </p:nvSpPr>
          <p:spPr>
            <a:xfrm>
              <a:off x="1294632" y="3495444"/>
              <a:ext cx="134096" cy="1340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62" name="그룹 261">
              <a:extLst>
                <a:ext uri="{FF2B5EF4-FFF2-40B4-BE49-F238E27FC236}">
                  <a16:creationId xmlns:a16="http://schemas.microsoft.com/office/drawing/2014/main" id="{1EC300DE-7797-42CD-A592-1556A9AF6BF9}"/>
                </a:ext>
              </a:extLst>
            </p:cNvPr>
            <p:cNvGrpSpPr/>
            <p:nvPr/>
          </p:nvGrpSpPr>
          <p:grpSpPr>
            <a:xfrm rot="5400000">
              <a:off x="1294923" y="3516813"/>
              <a:ext cx="150289" cy="375743"/>
              <a:chOff x="5794944" y="2079049"/>
              <a:chExt cx="630570" cy="790833"/>
            </a:xfrm>
          </p:grpSpPr>
          <p:sp>
            <p:nvSpPr>
              <p:cNvPr id="264" name="직사각형 263">
                <a:extLst>
                  <a:ext uri="{FF2B5EF4-FFF2-40B4-BE49-F238E27FC236}">
                    <a16:creationId xmlns:a16="http://schemas.microsoft.com/office/drawing/2014/main" id="{7D6E1238-8732-4C30-8A4C-A7091820DABD}"/>
                  </a:ext>
                </a:extLst>
              </p:cNvPr>
              <p:cNvSpPr/>
              <p:nvPr/>
            </p:nvSpPr>
            <p:spPr>
              <a:xfrm>
                <a:off x="5794944" y="2079049"/>
                <a:ext cx="630570" cy="790833"/>
              </a:xfrm>
              <a:prstGeom prst="rect">
                <a:avLst/>
              </a:pr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65" name="직선 연결선 264">
                <a:extLst>
                  <a:ext uri="{FF2B5EF4-FFF2-40B4-BE49-F238E27FC236}">
                    <a16:creationId xmlns:a16="http://schemas.microsoft.com/office/drawing/2014/main" id="{CB269EFB-6F64-4DBB-B74E-C6E3717EE3EB}"/>
                  </a:ext>
                </a:extLst>
              </p:cNvPr>
              <p:cNvCxnSpPr/>
              <p:nvPr/>
            </p:nvCxnSpPr>
            <p:spPr>
              <a:xfrm>
                <a:off x="5794944" y="2079049"/>
                <a:ext cx="0" cy="79083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1262CF78-243A-4001-BA43-6998A5745206}"/>
                </a:ext>
              </a:extLst>
            </p:cNvPr>
            <p:cNvSpPr txBox="1"/>
            <p:nvPr/>
          </p:nvSpPr>
          <p:spPr>
            <a:xfrm flipH="1">
              <a:off x="1323828" y="3274122"/>
              <a:ext cx="279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 New Roman" panose="02020603050405020304" pitchFamily="18" charset="0"/>
                  <a:ea typeface="KoPubWorld바탕체_Pro Light" panose="00000300000000000000" pitchFamily="50" charset="-127"/>
                  <a:cs typeface="Times New Roman" panose="02020603050405020304" pitchFamily="18" charset="0"/>
                </a:rPr>
                <a:t>B</a:t>
              </a:r>
            </a:p>
          </p:txBody>
        </p:sp>
      </p:grpSp>
      <p:sp>
        <p:nvSpPr>
          <p:cNvPr id="266" name="Line 16 1 3 1 4">
            <a:extLst>
              <a:ext uri="{FF2B5EF4-FFF2-40B4-BE49-F238E27FC236}">
                <a16:creationId xmlns:a16="http://schemas.microsoft.com/office/drawing/2014/main" id="{0B260F1D-0953-4AA9-8B60-4FD7554485E9}"/>
              </a:ext>
            </a:extLst>
          </p:cNvPr>
          <p:cNvSpPr/>
          <p:nvPr/>
        </p:nvSpPr>
        <p:spPr>
          <a:xfrm rot="10800000" flipH="1">
            <a:off x="8113350" y="5857717"/>
            <a:ext cx="2723209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7FD6D55C-E2D3-4ADA-97A2-BEA9A8E01F9F}"/>
              </a:ext>
            </a:extLst>
          </p:cNvPr>
          <p:cNvSpPr txBox="1"/>
          <p:nvPr/>
        </p:nvSpPr>
        <p:spPr>
          <a:xfrm>
            <a:off x="9280186" y="5613485"/>
            <a:ext cx="3818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6m</a:t>
            </a:r>
          </a:p>
        </p:txBody>
      </p:sp>
      <p:sp>
        <p:nvSpPr>
          <p:cNvPr id="268" name="원호 267">
            <a:extLst>
              <a:ext uri="{FF2B5EF4-FFF2-40B4-BE49-F238E27FC236}">
                <a16:creationId xmlns:a16="http://schemas.microsoft.com/office/drawing/2014/main" id="{D3DA81CD-CC34-4104-9C30-7394B8EACBC8}"/>
              </a:ext>
            </a:extLst>
          </p:cNvPr>
          <p:cNvSpPr/>
          <p:nvPr/>
        </p:nvSpPr>
        <p:spPr>
          <a:xfrm>
            <a:off x="7969404" y="5122000"/>
            <a:ext cx="360000" cy="360000"/>
          </a:xfrm>
          <a:prstGeom prst="arc">
            <a:avLst>
              <a:gd name="adj1" fmla="val 12259889"/>
              <a:gd name="adj2" fmla="val 4340779"/>
            </a:avLst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DEB262F2-00D9-4EA7-A652-7FA7DC98697C}"/>
              </a:ext>
            </a:extLst>
          </p:cNvPr>
          <p:cNvSpPr txBox="1"/>
          <p:nvPr/>
        </p:nvSpPr>
        <p:spPr>
          <a:xfrm>
            <a:off x="8105586" y="4884197"/>
            <a:ext cx="7745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100kN-m</a:t>
            </a:r>
          </a:p>
        </p:txBody>
      </p:sp>
      <p:sp>
        <p:nvSpPr>
          <p:cNvPr id="270" name="원호 269">
            <a:extLst>
              <a:ext uri="{FF2B5EF4-FFF2-40B4-BE49-F238E27FC236}">
                <a16:creationId xmlns:a16="http://schemas.microsoft.com/office/drawing/2014/main" id="{23F8E14D-48A8-43FE-B976-B7A812DEA12C}"/>
              </a:ext>
            </a:extLst>
          </p:cNvPr>
          <p:cNvSpPr/>
          <p:nvPr/>
        </p:nvSpPr>
        <p:spPr>
          <a:xfrm rot="4349615" flipH="1" flipV="1">
            <a:off x="10611933" y="5085131"/>
            <a:ext cx="360000" cy="360000"/>
          </a:xfrm>
          <a:prstGeom prst="arc">
            <a:avLst>
              <a:gd name="adj1" fmla="val 12259889"/>
              <a:gd name="adj2" fmla="val 4340779"/>
            </a:avLst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B4AA33FA-6FBA-452A-ACFC-4599B1A676E4}"/>
              </a:ext>
            </a:extLst>
          </p:cNvPr>
          <p:cNvSpPr txBox="1"/>
          <p:nvPr/>
        </p:nvSpPr>
        <p:spPr>
          <a:xfrm>
            <a:off x="9927023" y="4892840"/>
            <a:ext cx="7745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100kN-m</a:t>
            </a:r>
          </a:p>
        </p:txBody>
      </p:sp>
      <p:sp>
        <p:nvSpPr>
          <p:cNvPr id="175" name="Line 16 1 3 1 4">
            <a:extLst>
              <a:ext uri="{FF2B5EF4-FFF2-40B4-BE49-F238E27FC236}">
                <a16:creationId xmlns:a16="http://schemas.microsoft.com/office/drawing/2014/main" id="{92130AFC-5B75-428C-B20B-F8261714B4D6}"/>
              </a:ext>
            </a:extLst>
          </p:cNvPr>
          <p:cNvSpPr/>
          <p:nvPr/>
        </p:nvSpPr>
        <p:spPr>
          <a:xfrm rot="10800000" flipH="1">
            <a:off x="9416649" y="984535"/>
            <a:ext cx="0" cy="431478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1AD91545-5A4B-4052-B7E4-9486E9500E02}"/>
              </a:ext>
            </a:extLst>
          </p:cNvPr>
          <p:cNvSpPr txBox="1"/>
          <p:nvPr/>
        </p:nvSpPr>
        <p:spPr>
          <a:xfrm>
            <a:off x="8935063" y="774199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20kN</a:t>
            </a:r>
          </a:p>
        </p:txBody>
      </p:sp>
      <p:sp>
        <p:nvSpPr>
          <p:cNvPr id="179" name="Line 16 1 3 1 4">
            <a:extLst>
              <a:ext uri="{FF2B5EF4-FFF2-40B4-BE49-F238E27FC236}">
                <a16:creationId xmlns:a16="http://schemas.microsoft.com/office/drawing/2014/main" id="{92130AFC-5B75-428C-B20B-F8261714B4D6}"/>
              </a:ext>
            </a:extLst>
          </p:cNvPr>
          <p:cNvSpPr/>
          <p:nvPr/>
        </p:nvSpPr>
        <p:spPr>
          <a:xfrm rot="10800000" flipV="1">
            <a:off x="7935778" y="1421642"/>
            <a:ext cx="483312" cy="0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1AD91545-5A4B-4052-B7E4-9486E9500E02}"/>
              </a:ext>
            </a:extLst>
          </p:cNvPr>
          <p:cNvSpPr txBox="1"/>
          <p:nvPr/>
        </p:nvSpPr>
        <p:spPr>
          <a:xfrm>
            <a:off x="7824062" y="1114708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20kN</a:t>
            </a:r>
          </a:p>
        </p:txBody>
      </p:sp>
      <p:sp>
        <p:nvSpPr>
          <p:cNvPr id="184" name="Line 16 1 3 1 4">
            <a:extLst>
              <a:ext uri="{FF2B5EF4-FFF2-40B4-BE49-F238E27FC236}">
                <a16:creationId xmlns:a16="http://schemas.microsoft.com/office/drawing/2014/main" id="{E7B5C65D-F3D4-4486-9A80-85EB52751645}"/>
              </a:ext>
            </a:extLst>
          </p:cNvPr>
          <p:cNvSpPr/>
          <p:nvPr/>
        </p:nvSpPr>
        <p:spPr>
          <a:xfrm rot="10800000" flipH="1">
            <a:off x="8410401" y="1213512"/>
            <a:ext cx="1025304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5" name="Line 16 1 3 1 4">
            <a:extLst>
              <a:ext uri="{FF2B5EF4-FFF2-40B4-BE49-F238E27FC236}">
                <a16:creationId xmlns:a16="http://schemas.microsoft.com/office/drawing/2014/main" id="{F178C8A8-D427-4169-9AD4-EA12CA96E34B}"/>
              </a:ext>
            </a:extLst>
          </p:cNvPr>
          <p:cNvSpPr/>
          <p:nvPr/>
        </p:nvSpPr>
        <p:spPr>
          <a:xfrm rot="10800000" flipH="1">
            <a:off x="8426433" y="1025807"/>
            <a:ext cx="0" cy="336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CB0C6E4D-02E7-4C91-9938-40927FFD2F4A}"/>
              </a:ext>
            </a:extLst>
          </p:cNvPr>
          <p:cNvSpPr txBox="1"/>
          <p:nvPr/>
        </p:nvSpPr>
        <p:spPr>
          <a:xfrm>
            <a:off x="8758810" y="1054485"/>
            <a:ext cx="38183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2</a:t>
            </a:r>
            <a:r>
              <a:rPr lang="en-US" sz="1200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m</a:t>
            </a:r>
            <a:endParaRPr lang="en-US" sz="1200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0CE56278-D3D5-8ECF-7B8C-07981DEB9E9C}"/>
              </a:ext>
            </a:extLst>
          </p:cNvPr>
          <p:cNvSpPr/>
          <p:nvPr/>
        </p:nvSpPr>
        <p:spPr>
          <a:xfrm>
            <a:off x="3706662" y="5238253"/>
            <a:ext cx="360000" cy="9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56ED4372-8E9D-386D-2F70-333C8C8C487C}"/>
              </a:ext>
            </a:extLst>
          </p:cNvPr>
          <p:cNvGrpSpPr/>
          <p:nvPr/>
        </p:nvGrpSpPr>
        <p:grpSpPr>
          <a:xfrm rot="5400000">
            <a:off x="3810459" y="4936053"/>
            <a:ext cx="152405" cy="360000"/>
            <a:chOff x="9163146" y="4259298"/>
            <a:chExt cx="152405" cy="360000"/>
          </a:xfrm>
        </p:grpSpPr>
        <p:sp>
          <p:nvSpPr>
            <p:cNvPr id="181" name="Line 16 1 3 1 4">
              <a:extLst>
                <a:ext uri="{FF2B5EF4-FFF2-40B4-BE49-F238E27FC236}">
                  <a16:creationId xmlns:a16="http://schemas.microsoft.com/office/drawing/2014/main" id="{D0D62524-DEB9-3B83-DF7F-60C6111A4A12}"/>
                </a:ext>
              </a:extLst>
            </p:cNvPr>
            <p:cNvSpPr/>
            <p:nvPr/>
          </p:nvSpPr>
          <p:spPr>
            <a:xfrm rot="16200000" flipH="1">
              <a:off x="9059358" y="4439298"/>
              <a:ext cx="360000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82" name="Line 16 1 3 1 4">
              <a:extLst>
                <a:ext uri="{FF2B5EF4-FFF2-40B4-BE49-F238E27FC236}">
                  <a16:creationId xmlns:a16="http://schemas.microsoft.com/office/drawing/2014/main" id="{E5A677E4-74D9-078F-1227-5A719ECB2D20}"/>
                </a:ext>
              </a:extLst>
            </p:cNvPr>
            <p:cNvSpPr/>
            <p:nvPr/>
          </p:nvSpPr>
          <p:spPr>
            <a:xfrm rot="16200000" flipH="1">
              <a:off x="9239349" y="4183095"/>
              <a:ext cx="0" cy="15240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83" name="Line 16 1 3 1 4">
              <a:extLst>
                <a:ext uri="{FF2B5EF4-FFF2-40B4-BE49-F238E27FC236}">
                  <a16:creationId xmlns:a16="http://schemas.microsoft.com/office/drawing/2014/main" id="{385E4EB4-B337-F4FE-2323-E0EE5430D1ED}"/>
                </a:ext>
              </a:extLst>
            </p:cNvPr>
            <p:cNvSpPr/>
            <p:nvPr/>
          </p:nvSpPr>
          <p:spPr>
            <a:xfrm rot="16200000" flipH="1">
              <a:off x="9239348" y="4543096"/>
              <a:ext cx="0" cy="152403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187" name="TextBox 186">
            <a:extLst>
              <a:ext uri="{FF2B5EF4-FFF2-40B4-BE49-F238E27FC236}">
                <a16:creationId xmlns:a16="http://schemas.microsoft.com/office/drawing/2014/main" id="{7680C05B-B809-7885-49BE-468CF5B77CBE}"/>
              </a:ext>
            </a:extLst>
          </p:cNvPr>
          <p:cNvSpPr txBox="1"/>
          <p:nvPr/>
        </p:nvSpPr>
        <p:spPr>
          <a:xfrm>
            <a:off x="3924722" y="4765110"/>
            <a:ext cx="744742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30cm</a:t>
            </a:r>
            <a:endParaRPr lang="en-US" sz="1200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5052DB6E-F14C-435B-7604-C3F579F383E8}"/>
              </a:ext>
            </a:extLst>
          </p:cNvPr>
          <p:cNvSpPr txBox="1"/>
          <p:nvPr/>
        </p:nvSpPr>
        <p:spPr>
          <a:xfrm>
            <a:off x="4259855" y="5517640"/>
            <a:ext cx="744742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6</a:t>
            </a:r>
            <a:r>
              <a:rPr lang="en-US" sz="1200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0cm</a:t>
            </a:r>
            <a:endParaRPr lang="en-US" sz="1200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194" name="Line 16 1 3 1 4">
            <a:extLst>
              <a:ext uri="{FF2B5EF4-FFF2-40B4-BE49-F238E27FC236}">
                <a16:creationId xmlns:a16="http://schemas.microsoft.com/office/drawing/2014/main" id="{4C503F66-4297-89BA-2A24-D36D7CF992EE}"/>
              </a:ext>
            </a:extLst>
          </p:cNvPr>
          <p:cNvSpPr/>
          <p:nvPr/>
        </p:nvSpPr>
        <p:spPr>
          <a:xfrm rot="16200000" flipH="1">
            <a:off x="3846262" y="5682624"/>
            <a:ext cx="901663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5" name="Line 16 1 3 1 4">
            <a:extLst>
              <a:ext uri="{FF2B5EF4-FFF2-40B4-BE49-F238E27FC236}">
                <a16:creationId xmlns:a16="http://schemas.microsoft.com/office/drawing/2014/main" id="{CC29DA55-0EBD-1247-1474-247079477C65}"/>
              </a:ext>
            </a:extLst>
          </p:cNvPr>
          <p:cNvSpPr/>
          <p:nvPr/>
        </p:nvSpPr>
        <p:spPr>
          <a:xfrm rot="16200000" flipH="1">
            <a:off x="4299101" y="5081387"/>
            <a:ext cx="0" cy="3008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8" name="Line 16 1 3 1 4">
            <a:extLst>
              <a:ext uri="{FF2B5EF4-FFF2-40B4-BE49-F238E27FC236}">
                <a16:creationId xmlns:a16="http://schemas.microsoft.com/office/drawing/2014/main" id="{CC29DA55-0EBD-1247-1474-247079477C65}"/>
              </a:ext>
            </a:extLst>
          </p:cNvPr>
          <p:cNvSpPr/>
          <p:nvPr/>
        </p:nvSpPr>
        <p:spPr>
          <a:xfrm rot="16200000" flipH="1">
            <a:off x="4270343" y="5987853"/>
            <a:ext cx="0" cy="3008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9" name="TextBox 198"/>
          <p:cNvSpPr txBox="1"/>
          <p:nvPr/>
        </p:nvSpPr>
        <p:spPr>
          <a:xfrm>
            <a:off x="962168" y="4702505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50kN</a:t>
            </a:r>
          </a:p>
        </p:txBody>
      </p:sp>
      <p:sp>
        <p:nvSpPr>
          <p:cNvPr id="200" name="Line 16 1 3 1 4"/>
          <p:cNvSpPr/>
          <p:nvPr/>
        </p:nvSpPr>
        <p:spPr>
          <a:xfrm rot="10800000">
            <a:off x="1421226" y="4953437"/>
            <a:ext cx="357453" cy="408782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1" name="Line 16 1 3 1 4">
            <a:extLst>
              <a:ext uri="{FF2B5EF4-FFF2-40B4-BE49-F238E27FC236}">
                <a16:creationId xmlns:a16="http://schemas.microsoft.com/office/drawing/2014/main" id="{B45CA1FF-C5F2-4351-AB0C-02AB80E257B4}"/>
              </a:ext>
            </a:extLst>
          </p:cNvPr>
          <p:cNvSpPr/>
          <p:nvPr/>
        </p:nvSpPr>
        <p:spPr>
          <a:xfrm rot="10800000" flipH="1">
            <a:off x="1792813" y="5949476"/>
            <a:ext cx="1337768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2" name="Line 16 1 3 1 4">
            <a:extLst>
              <a:ext uri="{FF2B5EF4-FFF2-40B4-BE49-F238E27FC236}">
                <a16:creationId xmlns:a16="http://schemas.microsoft.com/office/drawing/2014/main" id="{273AE811-10B6-4218-88CF-B1D3AB966129}"/>
              </a:ext>
            </a:extLst>
          </p:cNvPr>
          <p:cNvSpPr/>
          <p:nvPr/>
        </p:nvSpPr>
        <p:spPr>
          <a:xfrm rot="10800000" flipH="1">
            <a:off x="1799347" y="5784507"/>
            <a:ext cx="0" cy="28274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2D32162B-2E21-4BC3-80C9-2018FF4F1762}"/>
              </a:ext>
            </a:extLst>
          </p:cNvPr>
          <p:cNvSpPr txBox="1"/>
          <p:nvPr/>
        </p:nvSpPr>
        <p:spPr>
          <a:xfrm>
            <a:off x="915816" y="5914022"/>
            <a:ext cx="3818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3</a:t>
            </a:r>
            <a:r>
              <a:rPr lang="en-US" sz="1200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m</a:t>
            </a:r>
            <a:endParaRPr lang="en-US" sz="1200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059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 rot="5400000">
            <a:off x="2111595" y="325133"/>
            <a:ext cx="299598" cy="1794548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8" name="Line 16 1 3 1 4"/>
          <p:cNvSpPr/>
          <p:nvPr/>
        </p:nvSpPr>
        <p:spPr>
          <a:xfrm rot="10800000" flipH="1">
            <a:off x="455799" y="1401580"/>
            <a:ext cx="2708322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이등변 삼각형 2"/>
          <p:cNvSpPr/>
          <p:nvPr/>
        </p:nvSpPr>
        <p:spPr>
          <a:xfrm>
            <a:off x="3087977" y="1438650"/>
            <a:ext cx="152287" cy="1340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16624" y="833431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10kN/m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4D40498-810C-4E00-ABB7-41B8DA569502}"/>
              </a:ext>
            </a:extLst>
          </p:cNvPr>
          <p:cNvGrpSpPr/>
          <p:nvPr/>
        </p:nvGrpSpPr>
        <p:grpSpPr>
          <a:xfrm>
            <a:off x="738498" y="1438650"/>
            <a:ext cx="375743" cy="284385"/>
            <a:chOff x="4647767" y="2965446"/>
            <a:chExt cx="375743" cy="284385"/>
          </a:xfrm>
        </p:grpSpPr>
        <p:sp>
          <p:nvSpPr>
            <p:cNvPr id="12" name="타원 11"/>
            <p:cNvSpPr/>
            <p:nvPr/>
          </p:nvSpPr>
          <p:spPr>
            <a:xfrm>
              <a:off x="4760203" y="2965446"/>
              <a:ext cx="134096" cy="1340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grpSp>
          <p:nvGrpSpPr>
            <p:cNvPr id="27" name="그룹 26"/>
            <p:cNvGrpSpPr/>
            <p:nvPr/>
          </p:nvGrpSpPr>
          <p:grpSpPr>
            <a:xfrm rot="5400000">
              <a:off x="4760494" y="2986815"/>
              <a:ext cx="150289" cy="375743"/>
              <a:chOff x="5794944" y="2079049"/>
              <a:chExt cx="630570" cy="790833"/>
            </a:xfrm>
          </p:grpSpPr>
          <p:sp>
            <p:nvSpPr>
              <p:cNvPr id="28" name="직사각형 27"/>
              <p:cNvSpPr/>
              <p:nvPr/>
            </p:nvSpPr>
            <p:spPr>
              <a:xfrm>
                <a:off x="5794944" y="2079049"/>
                <a:ext cx="630570" cy="790833"/>
              </a:xfrm>
              <a:prstGeom prst="rect">
                <a:avLst/>
              </a:pr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KoPubWorld바탕체_Pro Light" panose="00000300000000000000" pitchFamily="50" charset="-127"/>
                  <a:cs typeface="KoPubWorld바탕체_Pro Light" panose="00000300000000000000" pitchFamily="50" charset="-127"/>
                </a:endParaRPr>
              </a:p>
            </p:txBody>
          </p:sp>
          <p:cxnSp>
            <p:nvCxnSpPr>
              <p:cNvPr id="29" name="직선 연결선 28"/>
              <p:cNvCxnSpPr/>
              <p:nvPr/>
            </p:nvCxnSpPr>
            <p:spPr>
              <a:xfrm>
                <a:off x="5794944" y="2079049"/>
                <a:ext cx="0" cy="79083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1" name="Line 16 1 3 1 4"/>
          <p:cNvSpPr/>
          <p:nvPr/>
        </p:nvSpPr>
        <p:spPr>
          <a:xfrm rot="10800000" flipH="1">
            <a:off x="925613" y="1935292"/>
            <a:ext cx="4292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Line 16 1 3 1 4"/>
          <p:cNvSpPr/>
          <p:nvPr/>
        </p:nvSpPr>
        <p:spPr>
          <a:xfrm rot="10800000" flipH="1">
            <a:off x="465040" y="1822197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" name="Line 16 1 3 1 4"/>
          <p:cNvSpPr/>
          <p:nvPr/>
        </p:nvSpPr>
        <p:spPr>
          <a:xfrm rot="10800000" flipH="1">
            <a:off x="3158669" y="1780557"/>
            <a:ext cx="0" cy="28274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41" name="그룹 40"/>
          <p:cNvGrpSpPr/>
          <p:nvPr/>
        </p:nvGrpSpPr>
        <p:grpSpPr>
          <a:xfrm rot="5400000">
            <a:off x="3083523" y="1460020"/>
            <a:ext cx="150289" cy="375743"/>
            <a:chOff x="5794944" y="2079049"/>
            <a:chExt cx="630570" cy="790833"/>
          </a:xfrm>
        </p:grpSpPr>
        <p:sp>
          <p:nvSpPr>
            <p:cNvPr id="42" name="직사각형 41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43" name="직선 연결선 42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Line 16 1 3 1 4"/>
          <p:cNvSpPr/>
          <p:nvPr/>
        </p:nvSpPr>
        <p:spPr>
          <a:xfrm rot="10800000" flipH="1">
            <a:off x="1364121" y="1935293"/>
            <a:ext cx="1794549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TextBox 25"/>
          <p:cNvSpPr txBox="1"/>
          <p:nvPr/>
        </p:nvSpPr>
        <p:spPr>
          <a:xfrm>
            <a:off x="2094746" y="1684340"/>
            <a:ext cx="4106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4m</a:t>
            </a:r>
          </a:p>
        </p:txBody>
      </p:sp>
      <p:sp>
        <p:nvSpPr>
          <p:cNvPr id="33" name="Line 16 1 3 1 4"/>
          <p:cNvSpPr/>
          <p:nvPr/>
        </p:nvSpPr>
        <p:spPr>
          <a:xfrm rot="10800000" flipH="1">
            <a:off x="1364121" y="1520306"/>
            <a:ext cx="0" cy="54299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6" name="TextBox 65"/>
          <p:cNvSpPr txBox="1"/>
          <p:nvPr/>
        </p:nvSpPr>
        <p:spPr>
          <a:xfrm flipH="1">
            <a:off x="218905" y="1381198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 flipH="1">
            <a:off x="1310727" y="1374848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C</a:t>
            </a:r>
          </a:p>
        </p:txBody>
      </p:sp>
      <p:sp>
        <p:nvSpPr>
          <p:cNvPr id="68" name="TextBox 67"/>
          <p:cNvSpPr txBox="1"/>
          <p:nvPr/>
        </p:nvSpPr>
        <p:spPr>
          <a:xfrm flipH="1">
            <a:off x="645955" y="1358070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B</a:t>
            </a:r>
          </a:p>
        </p:txBody>
      </p:sp>
      <p:sp>
        <p:nvSpPr>
          <p:cNvPr id="44" name="Line 16 1 3 1 4">
            <a:extLst>
              <a:ext uri="{FF2B5EF4-FFF2-40B4-BE49-F238E27FC236}">
                <a16:creationId xmlns:a16="http://schemas.microsoft.com/office/drawing/2014/main" id="{F0E8CD8C-16DD-41C2-8045-5D5554F25C02}"/>
              </a:ext>
            </a:extLst>
          </p:cNvPr>
          <p:cNvSpPr/>
          <p:nvPr/>
        </p:nvSpPr>
        <p:spPr>
          <a:xfrm rot="10800000" flipH="1">
            <a:off x="917224" y="1822197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0" name="Line 16 1 3 1 4">
            <a:extLst>
              <a:ext uri="{FF2B5EF4-FFF2-40B4-BE49-F238E27FC236}">
                <a16:creationId xmlns:a16="http://schemas.microsoft.com/office/drawing/2014/main" id="{0FB10E8B-D53B-4F2A-8539-55EAA71EDAE4}"/>
              </a:ext>
            </a:extLst>
          </p:cNvPr>
          <p:cNvSpPr/>
          <p:nvPr/>
        </p:nvSpPr>
        <p:spPr>
          <a:xfrm rot="10800000" flipH="1">
            <a:off x="465040" y="1935292"/>
            <a:ext cx="4292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A856E89-D10F-4E5E-8B31-A71389F4F98A}"/>
              </a:ext>
            </a:extLst>
          </p:cNvPr>
          <p:cNvSpPr txBox="1"/>
          <p:nvPr/>
        </p:nvSpPr>
        <p:spPr>
          <a:xfrm>
            <a:off x="465039" y="1684340"/>
            <a:ext cx="4106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1m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950E7F3-A36E-411A-8F17-A96BB2A40E44}"/>
              </a:ext>
            </a:extLst>
          </p:cNvPr>
          <p:cNvSpPr txBox="1"/>
          <p:nvPr/>
        </p:nvSpPr>
        <p:spPr>
          <a:xfrm>
            <a:off x="919583" y="1684340"/>
            <a:ext cx="4106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1m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2072BB2-3A39-4E46-83EF-766DE25D5DA0}"/>
              </a:ext>
            </a:extLst>
          </p:cNvPr>
          <p:cNvSpPr txBox="1"/>
          <p:nvPr/>
        </p:nvSpPr>
        <p:spPr>
          <a:xfrm flipH="1">
            <a:off x="3107371" y="1267189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D</a:t>
            </a:r>
          </a:p>
        </p:txBody>
      </p:sp>
      <p:sp>
        <p:nvSpPr>
          <p:cNvPr id="72" name="Line 16 1 3 1 4">
            <a:extLst>
              <a:ext uri="{FF2B5EF4-FFF2-40B4-BE49-F238E27FC236}">
                <a16:creationId xmlns:a16="http://schemas.microsoft.com/office/drawing/2014/main" id="{22C6E050-6285-4B29-95F6-46AA776ABF84}"/>
              </a:ext>
            </a:extLst>
          </p:cNvPr>
          <p:cNvSpPr/>
          <p:nvPr/>
        </p:nvSpPr>
        <p:spPr>
          <a:xfrm rot="10800000" flipH="1">
            <a:off x="457380" y="919223"/>
            <a:ext cx="0" cy="431478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C2F00AA-B046-455C-8317-2774D365751E}"/>
              </a:ext>
            </a:extLst>
          </p:cNvPr>
          <p:cNvSpPr txBox="1"/>
          <p:nvPr/>
        </p:nvSpPr>
        <p:spPr>
          <a:xfrm>
            <a:off x="431960" y="793586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20kN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F2D3E23-EDA7-4C15-847D-573C9272A97F}"/>
              </a:ext>
            </a:extLst>
          </p:cNvPr>
          <p:cNvSpPr/>
          <p:nvPr/>
        </p:nvSpPr>
        <p:spPr>
          <a:xfrm rot="5400000">
            <a:off x="2421069" y="2566484"/>
            <a:ext cx="299598" cy="1156986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32" name="Line 16 1 3 1 4">
            <a:extLst>
              <a:ext uri="{FF2B5EF4-FFF2-40B4-BE49-F238E27FC236}">
                <a16:creationId xmlns:a16="http://schemas.microsoft.com/office/drawing/2014/main" id="{3B56EDAE-692F-4A0D-BD93-B72FE1FC206C}"/>
              </a:ext>
            </a:extLst>
          </p:cNvPr>
          <p:cNvSpPr/>
          <p:nvPr/>
        </p:nvSpPr>
        <p:spPr>
          <a:xfrm rot="10800000" flipH="1">
            <a:off x="446492" y="3324150"/>
            <a:ext cx="2708322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5300786-E4F0-4D9D-9C26-9AB186124F50}"/>
              </a:ext>
            </a:extLst>
          </p:cNvPr>
          <p:cNvSpPr txBox="1"/>
          <p:nvPr/>
        </p:nvSpPr>
        <p:spPr>
          <a:xfrm>
            <a:off x="2226062" y="2756001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20kN/m</a:t>
            </a:r>
          </a:p>
        </p:txBody>
      </p:sp>
      <p:sp>
        <p:nvSpPr>
          <p:cNvPr id="47" name="Line 16 1 3 1 4">
            <a:extLst>
              <a:ext uri="{FF2B5EF4-FFF2-40B4-BE49-F238E27FC236}">
                <a16:creationId xmlns:a16="http://schemas.microsoft.com/office/drawing/2014/main" id="{A02CBC6E-6AA9-4487-8F98-838EB25D6AFD}"/>
              </a:ext>
            </a:extLst>
          </p:cNvPr>
          <p:cNvSpPr/>
          <p:nvPr/>
        </p:nvSpPr>
        <p:spPr>
          <a:xfrm rot="10800000" flipH="1">
            <a:off x="916305" y="3857862"/>
            <a:ext cx="563857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8" name="Line 16 1 3 1 4">
            <a:extLst>
              <a:ext uri="{FF2B5EF4-FFF2-40B4-BE49-F238E27FC236}">
                <a16:creationId xmlns:a16="http://schemas.microsoft.com/office/drawing/2014/main" id="{8398FC29-F7C5-4F0E-A313-0D693BC7DF7F}"/>
              </a:ext>
            </a:extLst>
          </p:cNvPr>
          <p:cNvSpPr/>
          <p:nvPr/>
        </p:nvSpPr>
        <p:spPr>
          <a:xfrm rot="10800000" flipH="1">
            <a:off x="455733" y="3744767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" name="Line 16 1 3 1 4">
            <a:extLst>
              <a:ext uri="{FF2B5EF4-FFF2-40B4-BE49-F238E27FC236}">
                <a16:creationId xmlns:a16="http://schemas.microsoft.com/office/drawing/2014/main" id="{7639BE30-A204-4D07-8926-4B47678AE8D1}"/>
              </a:ext>
            </a:extLst>
          </p:cNvPr>
          <p:cNvSpPr/>
          <p:nvPr/>
        </p:nvSpPr>
        <p:spPr>
          <a:xfrm rot="10800000" flipH="1">
            <a:off x="3149362" y="3703127"/>
            <a:ext cx="0" cy="28274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" name="Line 16 1 3 1 4">
            <a:extLst>
              <a:ext uri="{FF2B5EF4-FFF2-40B4-BE49-F238E27FC236}">
                <a16:creationId xmlns:a16="http://schemas.microsoft.com/office/drawing/2014/main" id="{A3E49430-C58B-4390-A561-1FD2C1DE6066}"/>
              </a:ext>
            </a:extLst>
          </p:cNvPr>
          <p:cNvSpPr/>
          <p:nvPr/>
        </p:nvSpPr>
        <p:spPr>
          <a:xfrm rot="10800000" flipH="1">
            <a:off x="1992376" y="3857863"/>
            <a:ext cx="1156987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C4CD516-CC49-4C58-BD3F-4B9009D89789}"/>
              </a:ext>
            </a:extLst>
          </p:cNvPr>
          <p:cNvSpPr txBox="1"/>
          <p:nvPr/>
        </p:nvSpPr>
        <p:spPr>
          <a:xfrm>
            <a:off x="2351794" y="3606910"/>
            <a:ext cx="4106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4m</a:t>
            </a:r>
          </a:p>
        </p:txBody>
      </p:sp>
      <p:sp>
        <p:nvSpPr>
          <p:cNvPr id="55" name="Line 16 1 3 1 4">
            <a:extLst>
              <a:ext uri="{FF2B5EF4-FFF2-40B4-BE49-F238E27FC236}">
                <a16:creationId xmlns:a16="http://schemas.microsoft.com/office/drawing/2014/main" id="{937A1234-0E88-433E-8AA6-4DA9E81D73E2}"/>
              </a:ext>
            </a:extLst>
          </p:cNvPr>
          <p:cNvSpPr/>
          <p:nvPr/>
        </p:nvSpPr>
        <p:spPr>
          <a:xfrm rot="10800000" flipH="1">
            <a:off x="1992377" y="3442876"/>
            <a:ext cx="0" cy="54299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262D43D-5DAF-4F66-932C-8AB2FF129891}"/>
              </a:ext>
            </a:extLst>
          </p:cNvPr>
          <p:cNvSpPr txBox="1"/>
          <p:nvPr/>
        </p:nvSpPr>
        <p:spPr>
          <a:xfrm flipH="1">
            <a:off x="798859" y="3313392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B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3173D8C-AEAC-4C54-B3A9-50F9CA3550D0}"/>
              </a:ext>
            </a:extLst>
          </p:cNvPr>
          <p:cNvSpPr txBox="1"/>
          <p:nvPr/>
        </p:nvSpPr>
        <p:spPr>
          <a:xfrm flipH="1">
            <a:off x="1940374" y="330857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D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113AAF5-39B2-4EFC-ABCB-6932FD5FF177}"/>
              </a:ext>
            </a:extLst>
          </p:cNvPr>
          <p:cNvGrpSpPr/>
          <p:nvPr/>
        </p:nvGrpSpPr>
        <p:grpSpPr>
          <a:xfrm>
            <a:off x="1216247" y="3292583"/>
            <a:ext cx="468286" cy="364965"/>
            <a:chOff x="1089653" y="3414864"/>
            <a:chExt cx="468286" cy="364965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6756C2A7-BD96-4D27-9BEA-D11231711995}"/>
                </a:ext>
              </a:extLst>
            </p:cNvPr>
            <p:cNvSpPr/>
            <p:nvPr/>
          </p:nvSpPr>
          <p:spPr>
            <a:xfrm>
              <a:off x="1294632" y="3495444"/>
              <a:ext cx="134096" cy="1340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8789460C-6BBB-42BA-8FDA-4079A12DC6C4}"/>
                </a:ext>
              </a:extLst>
            </p:cNvPr>
            <p:cNvGrpSpPr/>
            <p:nvPr/>
          </p:nvGrpSpPr>
          <p:grpSpPr>
            <a:xfrm rot="5400000">
              <a:off x="1294923" y="3516813"/>
              <a:ext cx="150289" cy="375743"/>
              <a:chOff x="5794944" y="2079049"/>
              <a:chExt cx="630570" cy="790833"/>
            </a:xfrm>
          </p:grpSpPr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11CE22F8-E589-4B14-BC23-55CCA71FFADC}"/>
                  </a:ext>
                </a:extLst>
              </p:cNvPr>
              <p:cNvSpPr/>
              <p:nvPr/>
            </p:nvSpPr>
            <p:spPr>
              <a:xfrm>
                <a:off x="5794944" y="2079049"/>
                <a:ext cx="630570" cy="790833"/>
              </a:xfrm>
              <a:prstGeom prst="rect">
                <a:avLst/>
              </a:pr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KoPubWorld바탕체_Pro Light" panose="00000300000000000000" pitchFamily="50" charset="-127"/>
                  <a:cs typeface="KoPubWorld바탕체_Pro Light" panose="00000300000000000000" pitchFamily="50" charset="-127"/>
                </a:endParaRPr>
              </a:p>
            </p:txBody>
          </p:sp>
          <p:cxnSp>
            <p:nvCxnSpPr>
              <p:cNvPr id="46" name="직선 연결선 45">
                <a:extLst>
                  <a:ext uri="{FF2B5EF4-FFF2-40B4-BE49-F238E27FC236}">
                    <a16:creationId xmlns:a16="http://schemas.microsoft.com/office/drawing/2014/main" id="{7203E376-A6D1-4E9D-BC92-69369EC114F4}"/>
                  </a:ext>
                </a:extLst>
              </p:cNvPr>
              <p:cNvCxnSpPr/>
              <p:nvPr/>
            </p:nvCxnSpPr>
            <p:spPr>
              <a:xfrm>
                <a:off x="5794944" y="2079049"/>
                <a:ext cx="0" cy="79083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F9A37DA-60EF-486A-99ED-6A576049EB07}"/>
                </a:ext>
              </a:extLst>
            </p:cNvPr>
            <p:cNvSpPr txBox="1"/>
            <p:nvPr/>
          </p:nvSpPr>
          <p:spPr>
            <a:xfrm flipH="1">
              <a:off x="1089653" y="3414864"/>
              <a:ext cx="2936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  <a:cs typeface="KoPubWorld바탕체_Pro Light" panose="00000300000000000000" pitchFamily="50" charset="-127"/>
                </a:rPr>
                <a:t>C</a:t>
              </a:r>
            </a:p>
          </p:txBody>
        </p:sp>
      </p:grpSp>
      <p:sp>
        <p:nvSpPr>
          <p:cNvPr id="59" name="Line 16 1 3 1 4">
            <a:extLst>
              <a:ext uri="{FF2B5EF4-FFF2-40B4-BE49-F238E27FC236}">
                <a16:creationId xmlns:a16="http://schemas.microsoft.com/office/drawing/2014/main" id="{F7E46899-CB16-49FD-9340-45223FF1DFC6}"/>
              </a:ext>
            </a:extLst>
          </p:cNvPr>
          <p:cNvSpPr/>
          <p:nvPr/>
        </p:nvSpPr>
        <p:spPr>
          <a:xfrm rot="10800000" flipH="1">
            <a:off x="967948" y="3744767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" name="Line 16 1 3 1 4">
            <a:extLst>
              <a:ext uri="{FF2B5EF4-FFF2-40B4-BE49-F238E27FC236}">
                <a16:creationId xmlns:a16="http://schemas.microsoft.com/office/drawing/2014/main" id="{DC0EFE0F-D78D-45FE-B725-C04C61F78310}"/>
              </a:ext>
            </a:extLst>
          </p:cNvPr>
          <p:cNvSpPr/>
          <p:nvPr/>
        </p:nvSpPr>
        <p:spPr>
          <a:xfrm rot="10800000" flipH="1">
            <a:off x="455732" y="3857862"/>
            <a:ext cx="512215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04F52DE-CAE3-4F39-9232-D98DCCEC0D5A}"/>
              </a:ext>
            </a:extLst>
          </p:cNvPr>
          <p:cNvSpPr txBox="1"/>
          <p:nvPr/>
        </p:nvSpPr>
        <p:spPr>
          <a:xfrm>
            <a:off x="506066" y="3606910"/>
            <a:ext cx="4106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2m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E195ECB-F669-4C0C-AB96-2B06FE30B57C}"/>
              </a:ext>
            </a:extLst>
          </p:cNvPr>
          <p:cNvSpPr txBox="1"/>
          <p:nvPr/>
        </p:nvSpPr>
        <p:spPr>
          <a:xfrm>
            <a:off x="1547840" y="3606910"/>
            <a:ext cx="4106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2m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BA5EA5A6-CD18-4BA4-B3C9-044C8526820A}"/>
              </a:ext>
            </a:extLst>
          </p:cNvPr>
          <p:cNvGrpSpPr/>
          <p:nvPr/>
        </p:nvGrpSpPr>
        <p:grpSpPr>
          <a:xfrm>
            <a:off x="181851" y="3207700"/>
            <a:ext cx="457841" cy="455091"/>
            <a:chOff x="3332396" y="3324739"/>
            <a:chExt cx="457841" cy="455091"/>
          </a:xfrm>
        </p:grpSpPr>
        <p:sp>
          <p:nvSpPr>
            <p:cNvPr id="34" name="이등변 삼각형 33">
              <a:extLst>
                <a:ext uri="{FF2B5EF4-FFF2-40B4-BE49-F238E27FC236}">
                  <a16:creationId xmlns:a16="http://schemas.microsoft.com/office/drawing/2014/main" id="{6FF576FB-DD95-42EF-AFAF-9FB60FFFF1CE}"/>
                </a:ext>
              </a:extLst>
            </p:cNvPr>
            <p:cNvSpPr/>
            <p:nvPr/>
          </p:nvSpPr>
          <p:spPr>
            <a:xfrm>
              <a:off x="3531675" y="3495444"/>
              <a:ext cx="152287" cy="13409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8042A072-E839-40D8-9DD2-11DD1BEF8ECE}"/>
                </a:ext>
              </a:extLst>
            </p:cNvPr>
            <p:cNvGrpSpPr/>
            <p:nvPr/>
          </p:nvGrpSpPr>
          <p:grpSpPr>
            <a:xfrm rot="5400000">
              <a:off x="3527221" y="3516814"/>
              <a:ext cx="150289" cy="375743"/>
              <a:chOff x="5794944" y="2079049"/>
              <a:chExt cx="630570" cy="790833"/>
            </a:xfrm>
          </p:grpSpPr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F29B9769-4081-4C7C-8742-8068916919E9}"/>
                  </a:ext>
                </a:extLst>
              </p:cNvPr>
              <p:cNvSpPr/>
              <p:nvPr/>
            </p:nvSpPr>
            <p:spPr>
              <a:xfrm>
                <a:off x="5794944" y="2079049"/>
                <a:ext cx="630570" cy="790833"/>
              </a:xfrm>
              <a:prstGeom prst="rect">
                <a:avLst/>
              </a:pr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KoPubWorld바탕체_Pro Light" panose="00000300000000000000" pitchFamily="50" charset="-127"/>
                  <a:cs typeface="KoPubWorld바탕체_Pro Light" panose="00000300000000000000" pitchFamily="50" charset="-127"/>
                </a:endParaRPr>
              </a:p>
            </p:txBody>
          </p: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5DED4B84-6372-42C3-882B-AD3BFD13094B}"/>
                  </a:ext>
                </a:extLst>
              </p:cNvPr>
              <p:cNvCxnSpPr/>
              <p:nvPr/>
            </p:nvCxnSpPr>
            <p:spPr>
              <a:xfrm>
                <a:off x="5794944" y="2079049"/>
                <a:ext cx="0" cy="79083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BD0D367-69B7-456E-9649-13CCC95E7236}"/>
                </a:ext>
              </a:extLst>
            </p:cNvPr>
            <p:cNvSpPr txBox="1"/>
            <p:nvPr/>
          </p:nvSpPr>
          <p:spPr>
            <a:xfrm flipH="1">
              <a:off x="3332396" y="3324739"/>
              <a:ext cx="2872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  <a:cs typeface="KoPubWorld바탕체_Pro Light" panose="00000300000000000000" pitchFamily="50" charset="-127"/>
                </a:rPr>
                <a:t>A</a:t>
              </a:r>
            </a:p>
          </p:txBody>
        </p:sp>
      </p:grpSp>
      <p:sp>
        <p:nvSpPr>
          <p:cNvPr id="69" name="Line 16 1 3 1 4">
            <a:extLst>
              <a:ext uri="{FF2B5EF4-FFF2-40B4-BE49-F238E27FC236}">
                <a16:creationId xmlns:a16="http://schemas.microsoft.com/office/drawing/2014/main" id="{04CCB678-1F74-46D6-AD57-B8C0428B428A}"/>
              </a:ext>
            </a:extLst>
          </p:cNvPr>
          <p:cNvSpPr/>
          <p:nvPr/>
        </p:nvSpPr>
        <p:spPr>
          <a:xfrm rot="10800000" flipH="1">
            <a:off x="959802" y="2841793"/>
            <a:ext cx="0" cy="431478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2C54EB6-E57F-4B89-9ED6-068A83ED1076}"/>
              </a:ext>
            </a:extLst>
          </p:cNvPr>
          <p:cNvSpPr txBox="1"/>
          <p:nvPr/>
        </p:nvSpPr>
        <p:spPr>
          <a:xfrm>
            <a:off x="934382" y="2716156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30kN</a:t>
            </a:r>
          </a:p>
        </p:txBody>
      </p:sp>
      <p:sp>
        <p:nvSpPr>
          <p:cNvPr id="75" name="Line 16 1 3 1 4">
            <a:extLst>
              <a:ext uri="{FF2B5EF4-FFF2-40B4-BE49-F238E27FC236}">
                <a16:creationId xmlns:a16="http://schemas.microsoft.com/office/drawing/2014/main" id="{A2DE227C-B91F-4BD5-ACCA-A68031C84D73}"/>
              </a:ext>
            </a:extLst>
          </p:cNvPr>
          <p:cNvSpPr/>
          <p:nvPr/>
        </p:nvSpPr>
        <p:spPr>
          <a:xfrm rot="10800000" flipH="1">
            <a:off x="1480163" y="3729194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5EE2F00-D7CE-4007-928D-27F280108580}"/>
              </a:ext>
            </a:extLst>
          </p:cNvPr>
          <p:cNvSpPr txBox="1"/>
          <p:nvPr/>
        </p:nvSpPr>
        <p:spPr>
          <a:xfrm>
            <a:off x="1026953" y="3599919"/>
            <a:ext cx="4106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2m</a:t>
            </a:r>
          </a:p>
        </p:txBody>
      </p:sp>
      <p:sp>
        <p:nvSpPr>
          <p:cNvPr id="77" name="Line 16 1 3 1 4">
            <a:extLst>
              <a:ext uri="{FF2B5EF4-FFF2-40B4-BE49-F238E27FC236}">
                <a16:creationId xmlns:a16="http://schemas.microsoft.com/office/drawing/2014/main" id="{2B24EBC6-276F-4FCD-9660-ED65B3D037F8}"/>
              </a:ext>
            </a:extLst>
          </p:cNvPr>
          <p:cNvSpPr/>
          <p:nvPr/>
        </p:nvSpPr>
        <p:spPr>
          <a:xfrm rot="10800000" flipH="1">
            <a:off x="1480162" y="3860800"/>
            <a:ext cx="563857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7070DC43-D0EB-4D34-B383-285EB95AD9C6}"/>
              </a:ext>
            </a:extLst>
          </p:cNvPr>
          <p:cNvGrpSpPr/>
          <p:nvPr/>
        </p:nvGrpSpPr>
        <p:grpSpPr>
          <a:xfrm>
            <a:off x="2888941" y="3295214"/>
            <a:ext cx="468286" cy="364965"/>
            <a:chOff x="1089653" y="3414864"/>
            <a:chExt cx="468286" cy="364965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31C4D7E1-1A32-4688-8848-C692982FE659}"/>
                </a:ext>
              </a:extLst>
            </p:cNvPr>
            <p:cNvSpPr/>
            <p:nvPr/>
          </p:nvSpPr>
          <p:spPr>
            <a:xfrm>
              <a:off x="1294632" y="3495444"/>
              <a:ext cx="134096" cy="1340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93A6B547-73B3-483A-88E3-1F433352AE6D}"/>
                </a:ext>
              </a:extLst>
            </p:cNvPr>
            <p:cNvGrpSpPr/>
            <p:nvPr/>
          </p:nvGrpSpPr>
          <p:grpSpPr>
            <a:xfrm rot="5400000">
              <a:off x="1294923" y="3516813"/>
              <a:ext cx="150289" cy="375743"/>
              <a:chOff x="5794944" y="2079049"/>
              <a:chExt cx="630570" cy="790833"/>
            </a:xfrm>
          </p:grpSpPr>
          <p:sp>
            <p:nvSpPr>
              <p:cNvPr id="82" name="직사각형 81">
                <a:extLst>
                  <a:ext uri="{FF2B5EF4-FFF2-40B4-BE49-F238E27FC236}">
                    <a16:creationId xmlns:a16="http://schemas.microsoft.com/office/drawing/2014/main" id="{B631C8D2-A7A3-4338-98BF-9CF06648A915}"/>
                  </a:ext>
                </a:extLst>
              </p:cNvPr>
              <p:cNvSpPr/>
              <p:nvPr/>
            </p:nvSpPr>
            <p:spPr>
              <a:xfrm>
                <a:off x="5794944" y="2079049"/>
                <a:ext cx="630570" cy="790833"/>
              </a:xfrm>
              <a:prstGeom prst="rect">
                <a:avLst/>
              </a:pr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KoPubWorld바탕체_Pro Light" panose="00000300000000000000" pitchFamily="50" charset="-127"/>
                  <a:cs typeface="KoPubWorld바탕체_Pro Light" panose="00000300000000000000" pitchFamily="50" charset="-127"/>
                </a:endParaRPr>
              </a:p>
            </p:txBody>
          </p: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C7455AB2-1AC3-4C24-A947-9B5CCA6CBE94}"/>
                  </a:ext>
                </a:extLst>
              </p:cNvPr>
              <p:cNvCxnSpPr/>
              <p:nvPr/>
            </p:nvCxnSpPr>
            <p:spPr>
              <a:xfrm>
                <a:off x="5794944" y="2079049"/>
                <a:ext cx="0" cy="79083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D23B8E56-E832-42E3-873A-37AA2D4FED20}"/>
                </a:ext>
              </a:extLst>
            </p:cNvPr>
            <p:cNvSpPr txBox="1"/>
            <p:nvPr/>
          </p:nvSpPr>
          <p:spPr>
            <a:xfrm flipH="1">
              <a:off x="1089653" y="3414864"/>
              <a:ext cx="2760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  <a:cs typeface="KoPubWorld바탕체_Pro Light" panose="00000300000000000000" pitchFamily="50" charset="-127"/>
                </a:rPr>
                <a:t>E</a:t>
              </a:r>
            </a:p>
          </p:txBody>
        </p:sp>
      </p:grpSp>
      <p:sp>
        <p:nvSpPr>
          <p:cNvPr id="84" name="타원 83">
            <a:extLst>
              <a:ext uri="{FF2B5EF4-FFF2-40B4-BE49-F238E27FC236}">
                <a16:creationId xmlns:a16="http://schemas.microsoft.com/office/drawing/2014/main" id="{6D52AB71-BD58-42B0-8DF0-086B62ACDD0B}"/>
              </a:ext>
            </a:extLst>
          </p:cNvPr>
          <p:cNvSpPr/>
          <p:nvPr/>
        </p:nvSpPr>
        <p:spPr>
          <a:xfrm>
            <a:off x="1944686" y="3282269"/>
            <a:ext cx="90000" cy="9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69F9108E-6B83-411F-BDA0-35829C62872E}"/>
              </a:ext>
            </a:extLst>
          </p:cNvPr>
          <p:cNvSpPr/>
          <p:nvPr/>
        </p:nvSpPr>
        <p:spPr>
          <a:xfrm rot="5400000">
            <a:off x="5306671" y="-242645"/>
            <a:ext cx="299598" cy="2887094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86" name="Line 16 1 3 1 4">
            <a:extLst>
              <a:ext uri="{FF2B5EF4-FFF2-40B4-BE49-F238E27FC236}">
                <a16:creationId xmlns:a16="http://schemas.microsoft.com/office/drawing/2014/main" id="{3ABFC95A-3A8D-463A-ABD6-2AD35C885BBC}"/>
              </a:ext>
            </a:extLst>
          </p:cNvPr>
          <p:cNvSpPr/>
          <p:nvPr/>
        </p:nvSpPr>
        <p:spPr>
          <a:xfrm rot="10800000" flipH="1">
            <a:off x="4018374" y="1382504"/>
            <a:ext cx="3414826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82DA5CFF-3AE4-46CD-AF87-78C2637D8FC6}"/>
              </a:ext>
            </a:extLst>
          </p:cNvPr>
          <p:cNvGrpSpPr/>
          <p:nvPr/>
        </p:nvGrpSpPr>
        <p:grpSpPr>
          <a:xfrm rot="5400000">
            <a:off x="3868574" y="3239145"/>
            <a:ext cx="299598" cy="375743"/>
            <a:chOff x="5794944" y="2079049"/>
            <a:chExt cx="630570" cy="790833"/>
          </a:xfrm>
        </p:grpSpPr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24B5B191-2C9B-4808-B141-6655AE822862}"/>
                </a:ext>
              </a:extLst>
            </p:cNvPr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64162DBD-760F-492B-AA55-AB235EC55E77}"/>
                </a:ext>
              </a:extLst>
            </p:cNvPr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Line 16 1 3 1 4">
            <a:extLst>
              <a:ext uri="{FF2B5EF4-FFF2-40B4-BE49-F238E27FC236}">
                <a16:creationId xmlns:a16="http://schemas.microsoft.com/office/drawing/2014/main" id="{72B4C894-6E90-423A-BB27-81E81A4105AB}"/>
              </a:ext>
            </a:extLst>
          </p:cNvPr>
          <p:cNvSpPr/>
          <p:nvPr/>
        </p:nvSpPr>
        <p:spPr>
          <a:xfrm rot="10800000" flipH="1">
            <a:off x="4018374" y="3606063"/>
            <a:ext cx="0" cy="336099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2" name="Line 16 1 3 1 4">
            <a:extLst>
              <a:ext uri="{FF2B5EF4-FFF2-40B4-BE49-F238E27FC236}">
                <a16:creationId xmlns:a16="http://schemas.microsoft.com/office/drawing/2014/main" id="{5A457E16-A86D-4F98-BE48-5B20DB3769B9}"/>
              </a:ext>
            </a:extLst>
          </p:cNvPr>
          <p:cNvSpPr/>
          <p:nvPr/>
        </p:nvSpPr>
        <p:spPr>
          <a:xfrm rot="10800000" flipH="1">
            <a:off x="5452148" y="1536981"/>
            <a:ext cx="0" cy="240518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3" name="Line 16 1 3 1 4">
            <a:extLst>
              <a:ext uri="{FF2B5EF4-FFF2-40B4-BE49-F238E27FC236}">
                <a16:creationId xmlns:a16="http://schemas.microsoft.com/office/drawing/2014/main" id="{E7B5C65D-F3D4-4486-9A80-85EB52751645}"/>
              </a:ext>
            </a:extLst>
          </p:cNvPr>
          <p:cNvSpPr/>
          <p:nvPr/>
        </p:nvSpPr>
        <p:spPr>
          <a:xfrm rot="10800000" flipH="1">
            <a:off x="5457458" y="3763536"/>
            <a:ext cx="1434549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4" name="Line 16 1 3 1 4">
            <a:extLst>
              <a:ext uri="{FF2B5EF4-FFF2-40B4-BE49-F238E27FC236}">
                <a16:creationId xmlns:a16="http://schemas.microsoft.com/office/drawing/2014/main" id="{F178C8A8-D427-4169-9AD4-EA12CA96E34B}"/>
              </a:ext>
            </a:extLst>
          </p:cNvPr>
          <p:cNvSpPr/>
          <p:nvPr/>
        </p:nvSpPr>
        <p:spPr>
          <a:xfrm rot="10800000" flipH="1">
            <a:off x="6892008" y="3575831"/>
            <a:ext cx="0" cy="336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B0C6E4D-02E7-4C91-9938-40927FFD2F4A}"/>
              </a:ext>
            </a:extLst>
          </p:cNvPr>
          <p:cNvSpPr txBox="1"/>
          <p:nvPr/>
        </p:nvSpPr>
        <p:spPr>
          <a:xfrm>
            <a:off x="5989559" y="3616755"/>
            <a:ext cx="41069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3m</a:t>
            </a:r>
          </a:p>
        </p:txBody>
      </p:sp>
      <p:sp>
        <p:nvSpPr>
          <p:cNvPr id="97" name="이등변 삼각형 96">
            <a:extLst>
              <a:ext uri="{FF2B5EF4-FFF2-40B4-BE49-F238E27FC236}">
                <a16:creationId xmlns:a16="http://schemas.microsoft.com/office/drawing/2014/main" id="{F3BE5B5C-D424-4EEB-BD37-F9CA4CA70378}"/>
              </a:ext>
            </a:extLst>
          </p:cNvPr>
          <p:cNvSpPr/>
          <p:nvPr/>
        </p:nvSpPr>
        <p:spPr>
          <a:xfrm>
            <a:off x="6829326" y="3143121"/>
            <a:ext cx="152287" cy="1340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D45FF5AD-EEB4-40B5-A9E5-36075770B7B4}"/>
              </a:ext>
            </a:extLst>
          </p:cNvPr>
          <p:cNvGrpSpPr/>
          <p:nvPr/>
        </p:nvGrpSpPr>
        <p:grpSpPr>
          <a:xfrm rot="5400000">
            <a:off x="6750218" y="3239145"/>
            <a:ext cx="299598" cy="375743"/>
            <a:chOff x="5794944" y="2079049"/>
            <a:chExt cx="630570" cy="790833"/>
          </a:xfrm>
        </p:grpSpPr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1BA17A05-EBC5-440A-B235-DCEE3890A619}"/>
                </a:ext>
              </a:extLst>
            </p:cNvPr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B08971BC-033C-4D1D-A236-0EADD8C99469}"/>
                </a:ext>
              </a:extLst>
            </p:cNvPr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Line 16 1 3 1 4">
            <a:extLst>
              <a:ext uri="{FF2B5EF4-FFF2-40B4-BE49-F238E27FC236}">
                <a16:creationId xmlns:a16="http://schemas.microsoft.com/office/drawing/2014/main" id="{EE97A254-8945-4FE9-87CA-0A81D5A110C1}"/>
              </a:ext>
            </a:extLst>
          </p:cNvPr>
          <p:cNvSpPr/>
          <p:nvPr/>
        </p:nvSpPr>
        <p:spPr>
          <a:xfrm rot="10800000" flipH="1">
            <a:off x="6902140" y="1344781"/>
            <a:ext cx="0" cy="180000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2" name="Line 16 1 3 1 4">
            <a:extLst>
              <a:ext uri="{FF2B5EF4-FFF2-40B4-BE49-F238E27FC236}">
                <a16:creationId xmlns:a16="http://schemas.microsoft.com/office/drawing/2014/main" id="{4EE866F7-8251-4423-83CE-9992F8EFE0C5}"/>
              </a:ext>
            </a:extLst>
          </p:cNvPr>
          <p:cNvSpPr/>
          <p:nvPr/>
        </p:nvSpPr>
        <p:spPr>
          <a:xfrm rot="10800000" flipH="1">
            <a:off x="4020642" y="1343119"/>
            <a:ext cx="0" cy="1800001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12F04E90-63B6-41C3-ADD7-6BDF3A058753}"/>
              </a:ext>
            </a:extLst>
          </p:cNvPr>
          <p:cNvGrpSpPr/>
          <p:nvPr/>
        </p:nvGrpSpPr>
        <p:grpSpPr>
          <a:xfrm rot="5400000">
            <a:off x="6230692" y="2124521"/>
            <a:ext cx="1894713" cy="410690"/>
            <a:chOff x="4011684" y="3971259"/>
            <a:chExt cx="1894713" cy="410690"/>
          </a:xfrm>
        </p:grpSpPr>
        <p:sp>
          <p:nvSpPr>
            <p:cNvPr id="104" name="Line 16 1 3 1 4">
              <a:extLst>
                <a:ext uri="{FF2B5EF4-FFF2-40B4-BE49-F238E27FC236}">
                  <a16:creationId xmlns:a16="http://schemas.microsoft.com/office/drawing/2014/main" id="{FAFEA4EB-05E1-4053-9112-3226D2B89311}"/>
                </a:ext>
              </a:extLst>
            </p:cNvPr>
            <p:cNvSpPr/>
            <p:nvPr/>
          </p:nvSpPr>
          <p:spPr>
            <a:xfrm rot="10800000" flipH="1">
              <a:off x="4011684" y="4176356"/>
              <a:ext cx="1894713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6" name="Line 16 1 3 1 4">
              <a:extLst>
                <a:ext uri="{FF2B5EF4-FFF2-40B4-BE49-F238E27FC236}">
                  <a16:creationId xmlns:a16="http://schemas.microsoft.com/office/drawing/2014/main" id="{CDF7F010-1C41-46AB-82CA-08BC6953D275}"/>
                </a:ext>
              </a:extLst>
            </p:cNvPr>
            <p:cNvSpPr/>
            <p:nvPr/>
          </p:nvSpPr>
          <p:spPr>
            <a:xfrm rot="10800000" flipH="1">
              <a:off x="5906397" y="4023954"/>
              <a:ext cx="0" cy="30079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4C7BBE7A-43EC-4FC2-A3DE-D791F7609403}"/>
                </a:ext>
              </a:extLst>
            </p:cNvPr>
            <p:cNvSpPr txBox="1"/>
            <p:nvPr/>
          </p:nvSpPr>
          <p:spPr>
            <a:xfrm rot="16200000">
              <a:off x="4727215" y="4038104"/>
              <a:ext cx="410690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  <a:cs typeface="KoPubWorld바탕체_Pro Light" panose="00000300000000000000" pitchFamily="50" charset="-127"/>
                </a:rPr>
                <a:t>4m</a:t>
              </a:r>
            </a:p>
          </p:txBody>
        </p:sp>
      </p:grpSp>
      <p:sp>
        <p:nvSpPr>
          <p:cNvPr id="108" name="이등변 삼각형 107">
            <a:extLst>
              <a:ext uri="{FF2B5EF4-FFF2-40B4-BE49-F238E27FC236}">
                <a16:creationId xmlns:a16="http://schemas.microsoft.com/office/drawing/2014/main" id="{F4BDD790-E2CB-48EF-92D0-DEE2A4F03CDD}"/>
              </a:ext>
            </a:extLst>
          </p:cNvPr>
          <p:cNvSpPr/>
          <p:nvPr/>
        </p:nvSpPr>
        <p:spPr>
          <a:xfrm>
            <a:off x="3942228" y="3143120"/>
            <a:ext cx="152287" cy="1340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257461C2-C607-4211-9E8E-B878C81EECB4}"/>
              </a:ext>
            </a:extLst>
          </p:cNvPr>
          <p:cNvSpPr txBox="1"/>
          <p:nvPr/>
        </p:nvSpPr>
        <p:spPr>
          <a:xfrm>
            <a:off x="5088120" y="800928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10kN/m</a:t>
            </a:r>
          </a:p>
        </p:txBody>
      </p:sp>
      <p:sp>
        <p:nvSpPr>
          <p:cNvPr id="115" name="Line 16 1 3 1 4">
            <a:extLst>
              <a:ext uri="{FF2B5EF4-FFF2-40B4-BE49-F238E27FC236}">
                <a16:creationId xmlns:a16="http://schemas.microsoft.com/office/drawing/2014/main" id="{4230CF5E-460D-4F1F-962D-7267696CC8AB}"/>
              </a:ext>
            </a:extLst>
          </p:cNvPr>
          <p:cNvSpPr/>
          <p:nvPr/>
        </p:nvSpPr>
        <p:spPr>
          <a:xfrm rot="10800000" flipH="1">
            <a:off x="4020642" y="3763537"/>
            <a:ext cx="1434549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F48558F-BF82-4C9F-ADBC-575A53FFC820}"/>
              </a:ext>
            </a:extLst>
          </p:cNvPr>
          <p:cNvSpPr txBox="1"/>
          <p:nvPr/>
        </p:nvSpPr>
        <p:spPr>
          <a:xfrm>
            <a:off x="4552452" y="3616755"/>
            <a:ext cx="41069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3m</a:t>
            </a:r>
          </a:p>
        </p:txBody>
      </p:sp>
      <p:sp>
        <p:nvSpPr>
          <p:cNvPr id="118" name="타원 117">
            <a:extLst>
              <a:ext uri="{FF2B5EF4-FFF2-40B4-BE49-F238E27FC236}">
                <a16:creationId xmlns:a16="http://schemas.microsoft.com/office/drawing/2014/main" id="{24A3F9A8-AB9E-4A50-95B6-825800DD6982}"/>
              </a:ext>
            </a:extLst>
          </p:cNvPr>
          <p:cNvSpPr/>
          <p:nvPr/>
        </p:nvSpPr>
        <p:spPr>
          <a:xfrm>
            <a:off x="5409540" y="1334558"/>
            <a:ext cx="90000" cy="9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122" name="Line 16 1 3 1 4">
            <a:extLst>
              <a:ext uri="{FF2B5EF4-FFF2-40B4-BE49-F238E27FC236}">
                <a16:creationId xmlns:a16="http://schemas.microsoft.com/office/drawing/2014/main" id="{81BB44E9-4082-43FB-981E-A7238462C4B1}"/>
              </a:ext>
            </a:extLst>
          </p:cNvPr>
          <p:cNvSpPr/>
          <p:nvPr/>
        </p:nvSpPr>
        <p:spPr>
          <a:xfrm rot="10800000" flipH="1">
            <a:off x="6901100" y="1130548"/>
            <a:ext cx="5321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3" name="Line 16 1 3 1 4">
            <a:extLst>
              <a:ext uri="{FF2B5EF4-FFF2-40B4-BE49-F238E27FC236}">
                <a16:creationId xmlns:a16="http://schemas.microsoft.com/office/drawing/2014/main" id="{7ED9DA82-E8E3-4647-849D-F1FB2236325E}"/>
              </a:ext>
            </a:extLst>
          </p:cNvPr>
          <p:cNvSpPr/>
          <p:nvPr/>
        </p:nvSpPr>
        <p:spPr>
          <a:xfrm rot="10800000" flipH="1">
            <a:off x="7425608" y="942843"/>
            <a:ext cx="0" cy="336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D9411792-4705-46A7-9276-5E5A0001AF72}"/>
              </a:ext>
            </a:extLst>
          </p:cNvPr>
          <p:cNvSpPr txBox="1"/>
          <p:nvPr/>
        </p:nvSpPr>
        <p:spPr>
          <a:xfrm>
            <a:off x="6964830" y="899957"/>
            <a:ext cx="4106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1m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B589A89-EB3A-4B2E-9809-8EE1E23F21D5}"/>
              </a:ext>
            </a:extLst>
          </p:cNvPr>
          <p:cNvSpPr txBox="1"/>
          <p:nvPr/>
        </p:nvSpPr>
        <p:spPr>
          <a:xfrm flipH="1">
            <a:off x="4029125" y="2982435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A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D0451B54-F2E7-487C-8355-62291E5DFCFF}"/>
              </a:ext>
            </a:extLst>
          </p:cNvPr>
          <p:cNvSpPr txBox="1"/>
          <p:nvPr/>
        </p:nvSpPr>
        <p:spPr>
          <a:xfrm flipH="1">
            <a:off x="3750517" y="1414306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B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20E0F7F-CE7F-45BE-871F-F2C65AFE2FC2}"/>
              </a:ext>
            </a:extLst>
          </p:cNvPr>
          <p:cNvSpPr txBox="1"/>
          <p:nvPr/>
        </p:nvSpPr>
        <p:spPr>
          <a:xfrm flipH="1">
            <a:off x="5436797" y="1370924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C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21FB64B7-F4E0-47D1-BB51-9FC8E12ADC8A}"/>
              </a:ext>
            </a:extLst>
          </p:cNvPr>
          <p:cNvSpPr txBox="1"/>
          <p:nvPr/>
        </p:nvSpPr>
        <p:spPr>
          <a:xfrm flipH="1">
            <a:off x="6597303" y="1370924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D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24FB226-4395-4A35-A396-2F2DE129F76B}"/>
              </a:ext>
            </a:extLst>
          </p:cNvPr>
          <p:cNvSpPr txBox="1"/>
          <p:nvPr/>
        </p:nvSpPr>
        <p:spPr>
          <a:xfrm flipH="1">
            <a:off x="6597892" y="3021115"/>
            <a:ext cx="276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E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787A3C3-003E-4906-AA17-8263B04EBC15}"/>
              </a:ext>
            </a:extLst>
          </p:cNvPr>
          <p:cNvSpPr txBox="1"/>
          <p:nvPr/>
        </p:nvSpPr>
        <p:spPr>
          <a:xfrm flipH="1">
            <a:off x="7294759" y="1420226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F</a:t>
            </a:r>
          </a:p>
        </p:txBody>
      </p:sp>
      <p:sp>
        <p:nvSpPr>
          <p:cNvPr id="131" name="Line 16 1 3 1 4">
            <a:extLst>
              <a:ext uri="{FF2B5EF4-FFF2-40B4-BE49-F238E27FC236}">
                <a16:creationId xmlns:a16="http://schemas.microsoft.com/office/drawing/2014/main" id="{92130AFC-5B75-428C-B20B-F8261714B4D6}"/>
              </a:ext>
            </a:extLst>
          </p:cNvPr>
          <p:cNvSpPr/>
          <p:nvPr/>
        </p:nvSpPr>
        <p:spPr>
          <a:xfrm rot="10800000" flipH="1">
            <a:off x="7427284" y="911120"/>
            <a:ext cx="0" cy="431478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AD91545-5A4B-4052-B7E4-9486E9500E02}"/>
              </a:ext>
            </a:extLst>
          </p:cNvPr>
          <p:cNvSpPr txBox="1"/>
          <p:nvPr/>
        </p:nvSpPr>
        <p:spPr>
          <a:xfrm>
            <a:off x="6945698" y="700784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20kN</a:t>
            </a:r>
          </a:p>
        </p:txBody>
      </p:sp>
      <p:sp>
        <p:nvSpPr>
          <p:cNvPr id="134" name="Line 16 1 3 1 4">
            <a:extLst>
              <a:ext uri="{FF2B5EF4-FFF2-40B4-BE49-F238E27FC236}">
                <a16:creationId xmlns:a16="http://schemas.microsoft.com/office/drawing/2014/main" id="{38EBD090-7D26-4FE3-82C2-3868EEAEE12C}"/>
              </a:ext>
            </a:extLst>
          </p:cNvPr>
          <p:cNvSpPr/>
          <p:nvPr/>
        </p:nvSpPr>
        <p:spPr>
          <a:xfrm rot="10800000" flipH="1">
            <a:off x="8406432" y="1426210"/>
            <a:ext cx="2903164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1BB1D54D-1C7D-432E-9789-C41623197899}"/>
              </a:ext>
            </a:extLst>
          </p:cNvPr>
          <p:cNvGrpSpPr/>
          <p:nvPr/>
        </p:nvGrpSpPr>
        <p:grpSpPr>
          <a:xfrm rot="5400000">
            <a:off x="8256632" y="3282851"/>
            <a:ext cx="299598" cy="375743"/>
            <a:chOff x="5794944" y="2079049"/>
            <a:chExt cx="630570" cy="790833"/>
          </a:xfrm>
        </p:grpSpPr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584E68D3-AD8F-4C5D-8A74-EE9E7AF5F027}"/>
                </a:ext>
              </a:extLst>
            </p:cNvPr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B9C325EA-3228-408F-AD2E-204FD14491D8}"/>
                </a:ext>
              </a:extLst>
            </p:cNvPr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8" name="Line 16 1 3 1 4">
            <a:extLst>
              <a:ext uri="{FF2B5EF4-FFF2-40B4-BE49-F238E27FC236}">
                <a16:creationId xmlns:a16="http://schemas.microsoft.com/office/drawing/2014/main" id="{1184D7AD-76EB-4574-AB74-1A681B996CDE}"/>
              </a:ext>
            </a:extLst>
          </p:cNvPr>
          <p:cNvSpPr/>
          <p:nvPr/>
        </p:nvSpPr>
        <p:spPr>
          <a:xfrm rot="10800000" flipH="1">
            <a:off x="8406432" y="3649769"/>
            <a:ext cx="0" cy="336099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1" name="Line 16 1 3 1 4">
            <a:extLst>
              <a:ext uri="{FF2B5EF4-FFF2-40B4-BE49-F238E27FC236}">
                <a16:creationId xmlns:a16="http://schemas.microsoft.com/office/drawing/2014/main" id="{4C61600B-DED4-4592-AD48-72EAA0118BE1}"/>
              </a:ext>
            </a:extLst>
          </p:cNvPr>
          <p:cNvSpPr/>
          <p:nvPr/>
        </p:nvSpPr>
        <p:spPr>
          <a:xfrm rot="10800000" flipH="1">
            <a:off x="11280066" y="3619537"/>
            <a:ext cx="0" cy="336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7" name="Line 16 1 3 1 4">
            <a:extLst>
              <a:ext uri="{FF2B5EF4-FFF2-40B4-BE49-F238E27FC236}">
                <a16:creationId xmlns:a16="http://schemas.microsoft.com/office/drawing/2014/main" id="{7CD07A20-7055-4A1B-A18E-3C5E31DEAD65}"/>
              </a:ext>
            </a:extLst>
          </p:cNvPr>
          <p:cNvSpPr/>
          <p:nvPr/>
        </p:nvSpPr>
        <p:spPr>
          <a:xfrm rot="10800000" flipH="1">
            <a:off x="11290198" y="1388487"/>
            <a:ext cx="0" cy="180000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8" name="Line 16 1 3 1 4">
            <a:extLst>
              <a:ext uri="{FF2B5EF4-FFF2-40B4-BE49-F238E27FC236}">
                <a16:creationId xmlns:a16="http://schemas.microsoft.com/office/drawing/2014/main" id="{3AF9D195-5741-47B5-9F2F-6DB95705FAC7}"/>
              </a:ext>
            </a:extLst>
          </p:cNvPr>
          <p:cNvSpPr/>
          <p:nvPr/>
        </p:nvSpPr>
        <p:spPr>
          <a:xfrm rot="10800000" flipH="1">
            <a:off x="8408700" y="1386825"/>
            <a:ext cx="0" cy="1800001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E8A57C88-FAA1-4A5F-9E1D-7980E82261AA}"/>
              </a:ext>
            </a:extLst>
          </p:cNvPr>
          <p:cNvGrpSpPr/>
          <p:nvPr/>
        </p:nvGrpSpPr>
        <p:grpSpPr>
          <a:xfrm rot="5400000">
            <a:off x="9829467" y="2168227"/>
            <a:ext cx="1894713" cy="410690"/>
            <a:chOff x="4011684" y="3971259"/>
            <a:chExt cx="1894713" cy="410690"/>
          </a:xfrm>
        </p:grpSpPr>
        <p:sp>
          <p:nvSpPr>
            <p:cNvPr id="150" name="Line 16 1 3 1 4">
              <a:extLst>
                <a:ext uri="{FF2B5EF4-FFF2-40B4-BE49-F238E27FC236}">
                  <a16:creationId xmlns:a16="http://schemas.microsoft.com/office/drawing/2014/main" id="{F0318884-8A2E-467B-9AD7-410A46571888}"/>
                </a:ext>
              </a:extLst>
            </p:cNvPr>
            <p:cNvSpPr/>
            <p:nvPr/>
          </p:nvSpPr>
          <p:spPr>
            <a:xfrm rot="10800000" flipH="1">
              <a:off x="4011684" y="4176356"/>
              <a:ext cx="1894713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1" name="Line 16 1 3 1 4">
              <a:extLst>
                <a:ext uri="{FF2B5EF4-FFF2-40B4-BE49-F238E27FC236}">
                  <a16:creationId xmlns:a16="http://schemas.microsoft.com/office/drawing/2014/main" id="{AB1DAF98-E916-4D8F-9328-B710AA6C4397}"/>
                </a:ext>
              </a:extLst>
            </p:cNvPr>
            <p:cNvSpPr/>
            <p:nvPr/>
          </p:nvSpPr>
          <p:spPr>
            <a:xfrm rot="10800000" flipH="1">
              <a:off x="5906397" y="4023954"/>
              <a:ext cx="0" cy="30079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4F89BAA6-F943-4B73-9E78-6166D7974CD2}"/>
                </a:ext>
              </a:extLst>
            </p:cNvPr>
            <p:cNvSpPr txBox="1"/>
            <p:nvPr/>
          </p:nvSpPr>
          <p:spPr>
            <a:xfrm rot="16200000">
              <a:off x="4727215" y="4038104"/>
              <a:ext cx="410690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  <a:cs typeface="KoPubWorld바탕체_Pro Light" panose="00000300000000000000" pitchFamily="50" charset="-127"/>
                </a:rPr>
                <a:t>4m</a:t>
              </a:r>
            </a:p>
          </p:txBody>
        </p:sp>
      </p:grpSp>
      <p:sp>
        <p:nvSpPr>
          <p:cNvPr id="153" name="이등변 삼각형 152">
            <a:extLst>
              <a:ext uri="{FF2B5EF4-FFF2-40B4-BE49-F238E27FC236}">
                <a16:creationId xmlns:a16="http://schemas.microsoft.com/office/drawing/2014/main" id="{85F322CC-FB2D-4E70-A736-9C0FA5607284}"/>
              </a:ext>
            </a:extLst>
          </p:cNvPr>
          <p:cNvSpPr/>
          <p:nvPr/>
        </p:nvSpPr>
        <p:spPr>
          <a:xfrm>
            <a:off x="8330286" y="3186826"/>
            <a:ext cx="152287" cy="1340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155" name="Line 16 1 3 1 4">
            <a:extLst>
              <a:ext uri="{FF2B5EF4-FFF2-40B4-BE49-F238E27FC236}">
                <a16:creationId xmlns:a16="http://schemas.microsoft.com/office/drawing/2014/main" id="{4D98BE64-CE17-4AAC-909F-A2240BCA1A95}"/>
              </a:ext>
            </a:extLst>
          </p:cNvPr>
          <p:cNvSpPr/>
          <p:nvPr/>
        </p:nvSpPr>
        <p:spPr>
          <a:xfrm rot="10800000" flipH="1">
            <a:off x="8408700" y="3807243"/>
            <a:ext cx="2871366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EC752C2D-0D49-4C3F-AC69-4E5071E63738}"/>
              </a:ext>
            </a:extLst>
          </p:cNvPr>
          <p:cNvSpPr txBox="1"/>
          <p:nvPr/>
        </p:nvSpPr>
        <p:spPr>
          <a:xfrm>
            <a:off x="9699885" y="3660461"/>
            <a:ext cx="41069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6m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E6C7D784-89FE-4776-9813-95D365331FDE}"/>
              </a:ext>
            </a:extLst>
          </p:cNvPr>
          <p:cNvSpPr txBox="1"/>
          <p:nvPr/>
        </p:nvSpPr>
        <p:spPr>
          <a:xfrm flipH="1">
            <a:off x="8417183" y="3026141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A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5568EF25-0E8D-41C4-AC62-DAAB69B5A554}"/>
              </a:ext>
            </a:extLst>
          </p:cNvPr>
          <p:cNvSpPr txBox="1"/>
          <p:nvPr/>
        </p:nvSpPr>
        <p:spPr>
          <a:xfrm flipH="1">
            <a:off x="8138575" y="1458012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B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DF60030-EA38-475F-ADCD-946C1E7A8778}"/>
              </a:ext>
            </a:extLst>
          </p:cNvPr>
          <p:cNvSpPr txBox="1"/>
          <p:nvPr/>
        </p:nvSpPr>
        <p:spPr>
          <a:xfrm flipH="1">
            <a:off x="10985361" y="1414630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C</a:t>
            </a:r>
          </a:p>
        </p:txBody>
      </p: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2CD76641-B355-4766-8587-B785CFA9D1E3}"/>
              </a:ext>
            </a:extLst>
          </p:cNvPr>
          <p:cNvGrpSpPr/>
          <p:nvPr/>
        </p:nvGrpSpPr>
        <p:grpSpPr>
          <a:xfrm>
            <a:off x="11037569" y="3104501"/>
            <a:ext cx="468286" cy="364965"/>
            <a:chOff x="1089653" y="3414864"/>
            <a:chExt cx="468286" cy="364965"/>
          </a:xfrm>
        </p:grpSpPr>
        <p:sp>
          <p:nvSpPr>
            <p:cNvPr id="170" name="타원 169">
              <a:extLst>
                <a:ext uri="{FF2B5EF4-FFF2-40B4-BE49-F238E27FC236}">
                  <a16:creationId xmlns:a16="http://schemas.microsoft.com/office/drawing/2014/main" id="{3A0D2AAF-94EE-4AC0-951D-1DB35FBB8A6C}"/>
                </a:ext>
              </a:extLst>
            </p:cNvPr>
            <p:cNvSpPr/>
            <p:nvPr/>
          </p:nvSpPr>
          <p:spPr>
            <a:xfrm>
              <a:off x="1294632" y="3495444"/>
              <a:ext cx="134096" cy="1340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grpSp>
          <p:nvGrpSpPr>
            <p:cNvPr id="171" name="그룹 170">
              <a:extLst>
                <a:ext uri="{FF2B5EF4-FFF2-40B4-BE49-F238E27FC236}">
                  <a16:creationId xmlns:a16="http://schemas.microsoft.com/office/drawing/2014/main" id="{E75055B4-9942-4DD3-A2F8-80C7D1A7E7FC}"/>
                </a:ext>
              </a:extLst>
            </p:cNvPr>
            <p:cNvGrpSpPr/>
            <p:nvPr/>
          </p:nvGrpSpPr>
          <p:grpSpPr>
            <a:xfrm rot="5400000">
              <a:off x="1294923" y="3516813"/>
              <a:ext cx="150289" cy="375743"/>
              <a:chOff x="5794944" y="2079049"/>
              <a:chExt cx="630570" cy="790833"/>
            </a:xfrm>
          </p:grpSpPr>
          <p:sp>
            <p:nvSpPr>
              <p:cNvPr id="173" name="직사각형 172">
                <a:extLst>
                  <a:ext uri="{FF2B5EF4-FFF2-40B4-BE49-F238E27FC236}">
                    <a16:creationId xmlns:a16="http://schemas.microsoft.com/office/drawing/2014/main" id="{8494FCC2-92E1-4609-B2BC-E090A6103508}"/>
                  </a:ext>
                </a:extLst>
              </p:cNvPr>
              <p:cNvSpPr/>
              <p:nvPr/>
            </p:nvSpPr>
            <p:spPr>
              <a:xfrm>
                <a:off x="5794944" y="2079049"/>
                <a:ext cx="630570" cy="790833"/>
              </a:xfrm>
              <a:prstGeom prst="rect">
                <a:avLst/>
              </a:pr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KoPubWorld바탕체_Pro Light" panose="00000300000000000000" pitchFamily="50" charset="-127"/>
                  <a:cs typeface="KoPubWorld바탕체_Pro Light" panose="00000300000000000000" pitchFamily="50" charset="-127"/>
                </a:endParaRPr>
              </a:p>
            </p:txBody>
          </p:sp>
          <p:cxnSp>
            <p:nvCxnSpPr>
              <p:cNvPr id="174" name="직선 연결선 173">
                <a:extLst>
                  <a:ext uri="{FF2B5EF4-FFF2-40B4-BE49-F238E27FC236}">
                    <a16:creationId xmlns:a16="http://schemas.microsoft.com/office/drawing/2014/main" id="{395001B7-5902-46B1-B565-83B18E36AE8E}"/>
                  </a:ext>
                </a:extLst>
              </p:cNvPr>
              <p:cNvCxnSpPr/>
              <p:nvPr/>
            </p:nvCxnSpPr>
            <p:spPr>
              <a:xfrm>
                <a:off x="5794944" y="2079049"/>
                <a:ext cx="0" cy="79083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0196B47D-50D6-4F1F-8EF9-3C709928B932}"/>
                </a:ext>
              </a:extLst>
            </p:cNvPr>
            <p:cNvSpPr txBox="1"/>
            <p:nvPr/>
          </p:nvSpPr>
          <p:spPr>
            <a:xfrm flipH="1">
              <a:off x="1089653" y="3414864"/>
              <a:ext cx="30649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  <a:cs typeface="KoPubWorld바탕체_Pro Light" panose="00000300000000000000" pitchFamily="50" charset="-127"/>
                </a:rPr>
                <a:t>D</a:t>
              </a:r>
            </a:p>
          </p:txBody>
        </p:sp>
      </p:grpSp>
      <p:sp>
        <p:nvSpPr>
          <p:cNvPr id="176" name="원호 175">
            <a:extLst>
              <a:ext uri="{FF2B5EF4-FFF2-40B4-BE49-F238E27FC236}">
                <a16:creationId xmlns:a16="http://schemas.microsoft.com/office/drawing/2014/main" id="{C39D1A3A-6133-45DF-A7EA-C35DE22973A7}"/>
              </a:ext>
            </a:extLst>
          </p:cNvPr>
          <p:cNvSpPr/>
          <p:nvPr/>
        </p:nvSpPr>
        <p:spPr>
          <a:xfrm>
            <a:off x="8230189" y="1236511"/>
            <a:ext cx="360000" cy="360000"/>
          </a:xfrm>
          <a:prstGeom prst="arc">
            <a:avLst>
              <a:gd name="adj1" fmla="val 12259889"/>
              <a:gd name="adj2" fmla="val 4340779"/>
            </a:avLst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DF77C511-2E05-4DB0-8AC0-89FE94F2C63B}"/>
              </a:ext>
            </a:extLst>
          </p:cNvPr>
          <p:cNvSpPr txBox="1"/>
          <p:nvPr/>
        </p:nvSpPr>
        <p:spPr>
          <a:xfrm>
            <a:off x="8366371" y="998708"/>
            <a:ext cx="8707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100kN-m</a:t>
            </a:r>
          </a:p>
        </p:txBody>
      </p: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40B11982-91D8-4E92-9E36-950D0626E00A}"/>
              </a:ext>
            </a:extLst>
          </p:cNvPr>
          <p:cNvSpPr/>
          <p:nvPr/>
        </p:nvSpPr>
        <p:spPr>
          <a:xfrm rot="5400000">
            <a:off x="1639377" y="3889036"/>
            <a:ext cx="299598" cy="2696527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209" name="Line 16 1 3 1 4">
            <a:extLst>
              <a:ext uri="{FF2B5EF4-FFF2-40B4-BE49-F238E27FC236}">
                <a16:creationId xmlns:a16="http://schemas.microsoft.com/office/drawing/2014/main" id="{C3DC81FF-7BC8-48ED-910E-A14F05725224}"/>
              </a:ext>
            </a:extLst>
          </p:cNvPr>
          <p:cNvSpPr/>
          <p:nvPr/>
        </p:nvSpPr>
        <p:spPr>
          <a:xfrm rot="10800000" flipH="1">
            <a:off x="434570" y="5416473"/>
            <a:ext cx="2708322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DF644BC2-F7EB-40BC-850E-D566D309C372}"/>
              </a:ext>
            </a:extLst>
          </p:cNvPr>
          <p:cNvSpPr txBox="1"/>
          <p:nvPr/>
        </p:nvSpPr>
        <p:spPr>
          <a:xfrm>
            <a:off x="1480162" y="4848324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30kN/m</a:t>
            </a:r>
          </a:p>
        </p:txBody>
      </p:sp>
      <p:sp>
        <p:nvSpPr>
          <p:cNvPr id="212" name="Line 16 1 3 1 4">
            <a:extLst>
              <a:ext uri="{FF2B5EF4-FFF2-40B4-BE49-F238E27FC236}">
                <a16:creationId xmlns:a16="http://schemas.microsoft.com/office/drawing/2014/main" id="{B2B6DB47-865C-48D0-81D3-E511D3BD4DBB}"/>
              </a:ext>
            </a:extLst>
          </p:cNvPr>
          <p:cNvSpPr/>
          <p:nvPr/>
        </p:nvSpPr>
        <p:spPr>
          <a:xfrm rot="10800000" flipH="1">
            <a:off x="443811" y="5837090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3" name="Line 16 1 3 1 4">
            <a:extLst>
              <a:ext uri="{FF2B5EF4-FFF2-40B4-BE49-F238E27FC236}">
                <a16:creationId xmlns:a16="http://schemas.microsoft.com/office/drawing/2014/main" id="{273AE811-10B6-4218-88CF-B1D3AB966129}"/>
              </a:ext>
            </a:extLst>
          </p:cNvPr>
          <p:cNvSpPr/>
          <p:nvPr/>
        </p:nvSpPr>
        <p:spPr>
          <a:xfrm rot="10800000" flipH="1">
            <a:off x="3137440" y="5795450"/>
            <a:ext cx="0" cy="28274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229" name="그룹 228">
            <a:extLst>
              <a:ext uri="{FF2B5EF4-FFF2-40B4-BE49-F238E27FC236}">
                <a16:creationId xmlns:a16="http://schemas.microsoft.com/office/drawing/2014/main" id="{9D0BFC7C-4E16-4B0D-892B-E226EB284DA0}"/>
              </a:ext>
            </a:extLst>
          </p:cNvPr>
          <p:cNvGrpSpPr/>
          <p:nvPr/>
        </p:nvGrpSpPr>
        <p:grpSpPr>
          <a:xfrm>
            <a:off x="169929" y="5300023"/>
            <a:ext cx="457841" cy="455091"/>
            <a:chOff x="3332396" y="3324739"/>
            <a:chExt cx="457841" cy="455091"/>
          </a:xfrm>
        </p:grpSpPr>
        <p:sp>
          <p:nvSpPr>
            <p:cNvPr id="230" name="이등변 삼각형 229">
              <a:extLst>
                <a:ext uri="{FF2B5EF4-FFF2-40B4-BE49-F238E27FC236}">
                  <a16:creationId xmlns:a16="http://schemas.microsoft.com/office/drawing/2014/main" id="{EB937F1B-7EF9-4751-B833-87A20CEFA791}"/>
                </a:ext>
              </a:extLst>
            </p:cNvPr>
            <p:cNvSpPr/>
            <p:nvPr/>
          </p:nvSpPr>
          <p:spPr>
            <a:xfrm>
              <a:off x="3531675" y="3495444"/>
              <a:ext cx="152287" cy="13409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grpSp>
          <p:nvGrpSpPr>
            <p:cNvPr id="231" name="그룹 230">
              <a:extLst>
                <a:ext uri="{FF2B5EF4-FFF2-40B4-BE49-F238E27FC236}">
                  <a16:creationId xmlns:a16="http://schemas.microsoft.com/office/drawing/2014/main" id="{BE6F5A44-8C00-4EDB-9774-30DB964E9DB5}"/>
                </a:ext>
              </a:extLst>
            </p:cNvPr>
            <p:cNvGrpSpPr/>
            <p:nvPr/>
          </p:nvGrpSpPr>
          <p:grpSpPr>
            <a:xfrm rot="5400000">
              <a:off x="3527221" y="3516814"/>
              <a:ext cx="150289" cy="375743"/>
              <a:chOff x="5794944" y="2079049"/>
              <a:chExt cx="630570" cy="790833"/>
            </a:xfrm>
          </p:grpSpPr>
          <p:sp>
            <p:nvSpPr>
              <p:cNvPr id="233" name="직사각형 232">
                <a:extLst>
                  <a:ext uri="{FF2B5EF4-FFF2-40B4-BE49-F238E27FC236}">
                    <a16:creationId xmlns:a16="http://schemas.microsoft.com/office/drawing/2014/main" id="{00564827-B08D-42C9-821B-8C1D867AE9DF}"/>
                  </a:ext>
                </a:extLst>
              </p:cNvPr>
              <p:cNvSpPr/>
              <p:nvPr/>
            </p:nvSpPr>
            <p:spPr>
              <a:xfrm>
                <a:off x="5794944" y="2079049"/>
                <a:ext cx="630570" cy="790833"/>
              </a:xfrm>
              <a:prstGeom prst="rect">
                <a:avLst/>
              </a:pr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KoPubWorld바탕체_Pro Light" panose="00000300000000000000" pitchFamily="50" charset="-127"/>
                  <a:cs typeface="KoPubWorld바탕체_Pro Light" panose="00000300000000000000" pitchFamily="50" charset="-127"/>
                </a:endParaRPr>
              </a:p>
            </p:txBody>
          </p:sp>
          <p:cxnSp>
            <p:nvCxnSpPr>
              <p:cNvPr id="234" name="직선 연결선 233">
                <a:extLst>
                  <a:ext uri="{FF2B5EF4-FFF2-40B4-BE49-F238E27FC236}">
                    <a16:creationId xmlns:a16="http://schemas.microsoft.com/office/drawing/2014/main" id="{0413AAFD-2280-48D3-B932-6295A111734E}"/>
                  </a:ext>
                </a:extLst>
              </p:cNvPr>
              <p:cNvCxnSpPr/>
              <p:nvPr/>
            </p:nvCxnSpPr>
            <p:spPr>
              <a:xfrm>
                <a:off x="5794944" y="2079049"/>
                <a:ext cx="0" cy="79083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0EF83B78-8F5A-4172-83D6-51A47928895D}"/>
                </a:ext>
              </a:extLst>
            </p:cNvPr>
            <p:cNvSpPr txBox="1"/>
            <p:nvPr/>
          </p:nvSpPr>
          <p:spPr>
            <a:xfrm flipH="1">
              <a:off x="3332396" y="3324739"/>
              <a:ext cx="2872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  <a:cs typeface="KoPubWorld바탕체_Pro Light" panose="00000300000000000000" pitchFamily="50" charset="-127"/>
                </a:rPr>
                <a:t>A</a:t>
              </a:r>
            </a:p>
          </p:txBody>
        </p:sp>
      </p:grpSp>
      <p:grpSp>
        <p:nvGrpSpPr>
          <p:cNvPr id="240" name="그룹 239">
            <a:extLst>
              <a:ext uri="{FF2B5EF4-FFF2-40B4-BE49-F238E27FC236}">
                <a16:creationId xmlns:a16="http://schemas.microsoft.com/office/drawing/2014/main" id="{BFA7AFBD-BD73-449B-98A0-747A9F4FF9A9}"/>
              </a:ext>
            </a:extLst>
          </p:cNvPr>
          <p:cNvGrpSpPr/>
          <p:nvPr/>
        </p:nvGrpSpPr>
        <p:grpSpPr>
          <a:xfrm>
            <a:off x="2877019" y="5387537"/>
            <a:ext cx="468286" cy="364965"/>
            <a:chOff x="1089653" y="3414864"/>
            <a:chExt cx="468286" cy="364965"/>
          </a:xfrm>
        </p:grpSpPr>
        <p:sp>
          <p:nvSpPr>
            <p:cNvPr id="241" name="타원 240">
              <a:extLst>
                <a:ext uri="{FF2B5EF4-FFF2-40B4-BE49-F238E27FC236}">
                  <a16:creationId xmlns:a16="http://schemas.microsoft.com/office/drawing/2014/main" id="{7BB4FD9B-CA73-4BFF-BEAC-D60A1A553605}"/>
                </a:ext>
              </a:extLst>
            </p:cNvPr>
            <p:cNvSpPr/>
            <p:nvPr/>
          </p:nvSpPr>
          <p:spPr>
            <a:xfrm>
              <a:off x="1294632" y="3495444"/>
              <a:ext cx="134096" cy="1340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grpSp>
          <p:nvGrpSpPr>
            <p:cNvPr id="242" name="그룹 241">
              <a:extLst>
                <a:ext uri="{FF2B5EF4-FFF2-40B4-BE49-F238E27FC236}">
                  <a16:creationId xmlns:a16="http://schemas.microsoft.com/office/drawing/2014/main" id="{D525D77A-B522-4AD4-9BA5-573D620D8854}"/>
                </a:ext>
              </a:extLst>
            </p:cNvPr>
            <p:cNvGrpSpPr/>
            <p:nvPr/>
          </p:nvGrpSpPr>
          <p:grpSpPr>
            <a:xfrm rot="5400000">
              <a:off x="1294923" y="3516813"/>
              <a:ext cx="150289" cy="375743"/>
              <a:chOff x="5794944" y="2079049"/>
              <a:chExt cx="630570" cy="790833"/>
            </a:xfrm>
          </p:grpSpPr>
          <p:sp>
            <p:nvSpPr>
              <p:cNvPr id="244" name="직사각형 243">
                <a:extLst>
                  <a:ext uri="{FF2B5EF4-FFF2-40B4-BE49-F238E27FC236}">
                    <a16:creationId xmlns:a16="http://schemas.microsoft.com/office/drawing/2014/main" id="{B9E7F4DE-835D-4CEA-A61F-E0251BD2A7F3}"/>
                  </a:ext>
                </a:extLst>
              </p:cNvPr>
              <p:cNvSpPr/>
              <p:nvPr/>
            </p:nvSpPr>
            <p:spPr>
              <a:xfrm>
                <a:off x="5794944" y="2079049"/>
                <a:ext cx="630570" cy="790833"/>
              </a:xfrm>
              <a:prstGeom prst="rect">
                <a:avLst/>
              </a:pr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KoPubWorld바탕체_Pro Light" panose="00000300000000000000" pitchFamily="50" charset="-127"/>
                  <a:cs typeface="KoPubWorld바탕체_Pro Light" panose="00000300000000000000" pitchFamily="50" charset="-127"/>
                </a:endParaRPr>
              </a:p>
            </p:txBody>
          </p:sp>
          <p:cxnSp>
            <p:nvCxnSpPr>
              <p:cNvPr id="245" name="직선 연결선 244">
                <a:extLst>
                  <a:ext uri="{FF2B5EF4-FFF2-40B4-BE49-F238E27FC236}">
                    <a16:creationId xmlns:a16="http://schemas.microsoft.com/office/drawing/2014/main" id="{178FAD6C-624B-4766-B8F8-C2FADB176BDE}"/>
                  </a:ext>
                </a:extLst>
              </p:cNvPr>
              <p:cNvCxnSpPr/>
              <p:nvPr/>
            </p:nvCxnSpPr>
            <p:spPr>
              <a:xfrm>
                <a:off x="5794944" y="2079049"/>
                <a:ext cx="0" cy="79083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132C876D-BAC8-4FC3-A3B2-C59DA9335750}"/>
                </a:ext>
              </a:extLst>
            </p:cNvPr>
            <p:cNvSpPr txBox="1"/>
            <p:nvPr/>
          </p:nvSpPr>
          <p:spPr>
            <a:xfrm flipH="1">
              <a:off x="1089653" y="3414864"/>
              <a:ext cx="2936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  <a:cs typeface="KoPubWorld바탕체_Pro Light" panose="00000300000000000000" pitchFamily="50" charset="-127"/>
                </a:rPr>
                <a:t>B</a:t>
              </a:r>
            </a:p>
          </p:txBody>
        </p:sp>
      </p:grpSp>
      <p:sp>
        <p:nvSpPr>
          <p:cNvPr id="247" name="Line 16 1 3 1 4">
            <a:extLst>
              <a:ext uri="{FF2B5EF4-FFF2-40B4-BE49-F238E27FC236}">
                <a16:creationId xmlns:a16="http://schemas.microsoft.com/office/drawing/2014/main" id="{B45CA1FF-C5F2-4351-AB0C-02AB80E257B4}"/>
              </a:ext>
            </a:extLst>
          </p:cNvPr>
          <p:cNvSpPr/>
          <p:nvPr/>
        </p:nvSpPr>
        <p:spPr>
          <a:xfrm rot="10800000" flipH="1">
            <a:off x="440912" y="5947515"/>
            <a:ext cx="2723209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2D32162B-2E21-4BC3-80C9-2018FF4F1762}"/>
              </a:ext>
            </a:extLst>
          </p:cNvPr>
          <p:cNvSpPr txBox="1"/>
          <p:nvPr/>
        </p:nvSpPr>
        <p:spPr>
          <a:xfrm>
            <a:off x="1607748" y="5703283"/>
            <a:ext cx="4106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6m</a:t>
            </a:r>
          </a:p>
        </p:txBody>
      </p:sp>
      <p:sp>
        <p:nvSpPr>
          <p:cNvPr id="250" name="Line 16 1 3 1 4">
            <a:extLst>
              <a:ext uri="{FF2B5EF4-FFF2-40B4-BE49-F238E27FC236}">
                <a16:creationId xmlns:a16="http://schemas.microsoft.com/office/drawing/2014/main" id="{A51CDF52-9799-4E1D-B6BA-6A4E182FD11B}"/>
              </a:ext>
            </a:extLst>
          </p:cNvPr>
          <p:cNvSpPr/>
          <p:nvPr/>
        </p:nvSpPr>
        <p:spPr>
          <a:xfrm rot="10800000" flipH="1">
            <a:off x="4242829" y="5393642"/>
            <a:ext cx="2708322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2" name="Line 16 1 3 1 4">
            <a:extLst>
              <a:ext uri="{FF2B5EF4-FFF2-40B4-BE49-F238E27FC236}">
                <a16:creationId xmlns:a16="http://schemas.microsoft.com/office/drawing/2014/main" id="{0917E552-DFE1-450A-82F5-A98BD0CD1CD7}"/>
              </a:ext>
            </a:extLst>
          </p:cNvPr>
          <p:cNvSpPr/>
          <p:nvPr/>
        </p:nvSpPr>
        <p:spPr>
          <a:xfrm rot="10800000" flipH="1">
            <a:off x="4252070" y="5814259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3" name="Line 16 1 3 1 4">
            <a:extLst>
              <a:ext uri="{FF2B5EF4-FFF2-40B4-BE49-F238E27FC236}">
                <a16:creationId xmlns:a16="http://schemas.microsoft.com/office/drawing/2014/main" id="{F44FA5CF-EAEE-4031-9D55-C88756960A85}"/>
              </a:ext>
            </a:extLst>
          </p:cNvPr>
          <p:cNvSpPr/>
          <p:nvPr/>
        </p:nvSpPr>
        <p:spPr>
          <a:xfrm rot="10800000" flipH="1">
            <a:off x="6945699" y="5772619"/>
            <a:ext cx="0" cy="28274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254" name="그룹 253">
            <a:extLst>
              <a:ext uri="{FF2B5EF4-FFF2-40B4-BE49-F238E27FC236}">
                <a16:creationId xmlns:a16="http://schemas.microsoft.com/office/drawing/2014/main" id="{158E5E0B-AE5F-45B5-B8FD-A1B0374F94C9}"/>
              </a:ext>
            </a:extLst>
          </p:cNvPr>
          <p:cNvGrpSpPr/>
          <p:nvPr/>
        </p:nvGrpSpPr>
        <p:grpSpPr>
          <a:xfrm>
            <a:off x="3978188" y="5277192"/>
            <a:ext cx="457841" cy="455091"/>
            <a:chOff x="3332396" y="3324739"/>
            <a:chExt cx="457841" cy="455091"/>
          </a:xfrm>
        </p:grpSpPr>
        <p:sp>
          <p:nvSpPr>
            <p:cNvPr id="255" name="이등변 삼각형 254">
              <a:extLst>
                <a:ext uri="{FF2B5EF4-FFF2-40B4-BE49-F238E27FC236}">
                  <a16:creationId xmlns:a16="http://schemas.microsoft.com/office/drawing/2014/main" id="{0E86ADBF-BC37-4B71-8792-6FE30DF63A5F}"/>
                </a:ext>
              </a:extLst>
            </p:cNvPr>
            <p:cNvSpPr/>
            <p:nvPr/>
          </p:nvSpPr>
          <p:spPr>
            <a:xfrm>
              <a:off x="3531675" y="3495444"/>
              <a:ext cx="152287" cy="134096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grpSp>
          <p:nvGrpSpPr>
            <p:cNvPr id="256" name="그룹 255">
              <a:extLst>
                <a:ext uri="{FF2B5EF4-FFF2-40B4-BE49-F238E27FC236}">
                  <a16:creationId xmlns:a16="http://schemas.microsoft.com/office/drawing/2014/main" id="{0E38568F-E72D-4259-9D40-B7DD7F1FBBA9}"/>
                </a:ext>
              </a:extLst>
            </p:cNvPr>
            <p:cNvGrpSpPr/>
            <p:nvPr/>
          </p:nvGrpSpPr>
          <p:grpSpPr>
            <a:xfrm rot="5400000">
              <a:off x="3527221" y="3516814"/>
              <a:ext cx="150289" cy="375743"/>
              <a:chOff x="5794944" y="2079049"/>
              <a:chExt cx="630570" cy="790833"/>
            </a:xfrm>
          </p:grpSpPr>
          <p:sp>
            <p:nvSpPr>
              <p:cNvPr id="258" name="직사각형 257">
                <a:extLst>
                  <a:ext uri="{FF2B5EF4-FFF2-40B4-BE49-F238E27FC236}">
                    <a16:creationId xmlns:a16="http://schemas.microsoft.com/office/drawing/2014/main" id="{256CF113-DE88-4B7C-AA75-50F130162BE7}"/>
                  </a:ext>
                </a:extLst>
              </p:cNvPr>
              <p:cNvSpPr/>
              <p:nvPr/>
            </p:nvSpPr>
            <p:spPr>
              <a:xfrm>
                <a:off x="5794944" y="2079049"/>
                <a:ext cx="630570" cy="790833"/>
              </a:xfrm>
              <a:prstGeom prst="rect">
                <a:avLst/>
              </a:pr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KoPubWorld바탕체_Pro Light" panose="00000300000000000000" pitchFamily="50" charset="-127"/>
                  <a:cs typeface="KoPubWorld바탕체_Pro Light" panose="00000300000000000000" pitchFamily="50" charset="-127"/>
                </a:endParaRPr>
              </a:p>
            </p:txBody>
          </p:sp>
          <p:cxnSp>
            <p:nvCxnSpPr>
              <p:cNvPr id="259" name="직선 연결선 258">
                <a:extLst>
                  <a:ext uri="{FF2B5EF4-FFF2-40B4-BE49-F238E27FC236}">
                    <a16:creationId xmlns:a16="http://schemas.microsoft.com/office/drawing/2014/main" id="{F2DC093C-9D9C-466B-A57B-317460E076A4}"/>
                  </a:ext>
                </a:extLst>
              </p:cNvPr>
              <p:cNvCxnSpPr/>
              <p:nvPr/>
            </p:nvCxnSpPr>
            <p:spPr>
              <a:xfrm>
                <a:off x="5794944" y="2079049"/>
                <a:ext cx="0" cy="79083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306DF01B-49FA-4F54-87C4-F26DC14257A8}"/>
                </a:ext>
              </a:extLst>
            </p:cNvPr>
            <p:cNvSpPr txBox="1"/>
            <p:nvPr/>
          </p:nvSpPr>
          <p:spPr>
            <a:xfrm flipH="1">
              <a:off x="3332396" y="3324739"/>
              <a:ext cx="2872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  <a:cs typeface="KoPubWorld바탕체_Pro Light" panose="00000300000000000000" pitchFamily="50" charset="-127"/>
                </a:rPr>
                <a:t>A</a:t>
              </a:r>
            </a:p>
          </p:txBody>
        </p:sp>
      </p:grpSp>
      <p:grpSp>
        <p:nvGrpSpPr>
          <p:cNvPr id="260" name="그룹 259">
            <a:extLst>
              <a:ext uri="{FF2B5EF4-FFF2-40B4-BE49-F238E27FC236}">
                <a16:creationId xmlns:a16="http://schemas.microsoft.com/office/drawing/2014/main" id="{62916DB8-B87F-4058-87BC-2E3F5A347BF9}"/>
              </a:ext>
            </a:extLst>
          </p:cNvPr>
          <p:cNvGrpSpPr/>
          <p:nvPr/>
        </p:nvGrpSpPr>
        <p:grpSpPr>
          <a:xfrm>
            <a:off x="6777821" y="5223964"/>
            <a:ext cx="435302" cy="505707"/>
            <a:chOff x="1182196" y="3274122"/>
            <a:chExt cx="435302" cy="505707"/>
          </a:xfrm>
        </p:grpSpPr>
        <p:sp>
          <p:nvSpPr>
            <p:cNvPr id="261" name="타원 260">
              <a:extLst>
                <a:ext uri="{FF2B5EF4-FFF2-40B4-BE49-F238E27FC236}">
                  <a16:creationId xmlns:a16="http://schemas.microsoft.com/office/drawing/2014/main" id="{C6205AC0-2F13-4C74-B5F2-C39CDEDAFF15}"/>
                </a:ext>
              </a:extLst>
            </p:cNvPr>
            <p:cNvSpPr/>
            <p:nvPr/>
          </p:nvSpPr>
          <p:spPr>
            <a:xfrm>
              <a:off x="1294632" y="3495444"/>
              <a:ext cx="134096" cy="1340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grpSp>
          <p:nvGrpSpPr>
            <p:cNvPr id="262" name="그룹 261">
              <a:extLst>
                <a:ext uri="{FF2B5EF4-FFF2-40B4-BE49-F238E27FC236}">
                  <a16:creationId xmlns:a16="http://schemas.microsoft.com/office/drawing/2014/main" id="{1EC300DE-7797-42CD-A592-1556A9AF6BF9}"/>
                </a:ext>
              </a:extLst>
            </p:cNvPr>
            <p:cNvGrpSpPr/>
            <p:nvPr/>
          </p:nvGrpSpPr>
          <p:grpSpPr>
            <a:xfrm rot="5400000">
              <a:off x="1294923" y="3516813"/>
              <a:ext cx="150289" cy="375743"/>
              <a:chOff x="5794944" y="2079049"/>
              <a:chExt cx="630570" cy="790833"/>
            </a:xfrm>
          </p:grpSpPr>
          <p:sp>
            <p:nvSpPr>
              <p:cNvPr id="264" name="직사각형 263">
                <a:extLst>
                  <a:ext uri="{FF2B5EF4-FFF2-40B4-BE49-F238E27FC236}">
                    <a16:creationId xmlns:a16="http://schemas.microsoft.com/office/drawing/2014/main" id="{7D6E1238-8732-4C30-8A4C-A7091820DABD}"/>
                  </a:ext>
                </a:extLst>
              </p:cNvPr>
              <p:cNvSpPr/>
              <p:nvPr/>
            </p:nvSpPr>
            <p:spPr>
              <a:xfrm>
                <a:off x="5794944" y="2079049"/>
                <a:ext cx="630570" cy="790833"/>
              </a:xfrm>
              <a:prstGeom prst="rect">
                <a:avLst/>
              </a:pr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KoPubWorld바탕체_Pro Light" panose="00000300000000000000" pitchFamily="50" charset="-127"/>
                  <a:cs typeface="KoPubWorld바탕체_Pro Light" panose="00000300000000000000" pitchFamily="50" charset="-127"/>
                </a:endParaRPr>
              </a:p>
            </p:txBody>
          </p:sp>
          <p:cxnSp>
            <p:nvCxnSpPr>
              <p:cNvPr id="265" name="직선 연결선 264">
                <a:extLst>
                  <a:ext uri="{FF2B5EF4-FFF2-40B4-BE49-F238E27FC236}">
                    <a16:creationId xmlns:a16="http://schemas.microsoft.com/office/drawing/2014/main" id="{CB269EFB-6F64-4DBB-B74E-C6E3717EE3EB}"/>
                  </a:ext>
                </a:extLst>
              </p:cNvPr>
              <p:cNvCxnSpPr/>
              <p:nvPr/>
            </p:nvCxnSpPr>
            <p:spPr>
              <a:xfrm>
                <a:off x="5794944" y="2079049"/>
                <a:ext cx="0" cy="79083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1262CF78-243A-4001-BA43-6998A5745206}"/>
                </a:ext>
              </a:extLst>
            </p:cNvPr>
            <p:cNvSpPr txBox="1"/>
            <p:nvPr/>
          </p:nvSpPr>
          <p:spPr>
            <a:xfrm flipH="1">
              <a:off x="1323828" y="3274122"/>
              <a:ext cx="2936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  <a:cs typeface="KoPubWorld바탕체_Pro Light" panose="00000300000000000000" pitchFamily="50" charset="-127"/>
                </a:rPr>
                <a:t>B</a:t>
              </a:r>
            </a:p>
          </p:txBody>
        </p:sp>
      </p:grpSp>
      <p:sp>
        <p:nvSpPr>
          <p:cNvPr id="266" name="Line 16 1 3 1 4">
            <a:extLst>
              <a:ext uri="{FF2B5EF4-FFF2-40B4-BE49-F238E27FC236}">
                <a16:creationId xmlns:a16="http://schemas.microsoft.com/office/drawing/2014/main" id="{0B260F1D-0953-4AA9-8B60-4FD7554485E9}"/>
              </a:ext>
            </a:extLst>
          </p:cNvPr>
          <p:cNvSpPr/>
          <p:nvPr/>
        </p:nvSpPr>
        <p:spPr>
          <a:xfrm rot="10800000" flipH="1">
            <a:off x="4249171" y="5924684"/>
            <a:ext cx="2723209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7FD6D55C-E2D3-4ADA-97A2-BEA9A8E01F9F}"/>
              </a:ext>
            </a:extLst>
          </p:cNvPr>
          <p:cNvSpPr txBox="1"/>
          <p:nvPr/>
        </p:nvSpPr>
        <p:spPr>
          <a:xfrm>
            <a:off x="5416007" y="5680452"/>
            <a:ext cx="4106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6m</a:t>
            </a:r>
          </a:p>
        </p:txBody>
      </p:sp>
      <p:sp>
        <p:nvSpPr>
          <p:cNvPr id="268" name="원호 267">
            <a:extLst>
              <a:ext uri="{FF2B5EF4-FFF2-40B4-BE49-F238E27FC236}">
                <a16:creationId xmlns:a16="http://schemas.microsoft.com/office/drawing/2014/main" id="{D3DA81CD-CC34-4104-9C30-7394B8EACBC8}"/>
              </a:ext>
            </a:extLst>
          </p:cNvPr>
          <p:cNvSpPr/>
          <p:nvPr/>
        </p:nvSpPr>
        <p:spPr>
          <a:xfrm>
            <a:off x="4105225" y="5188967"/>
            <a:ext cx="360000" cy="360000"/>
          </a:xfrm>
          <a:prstGeom prst="arc">
            <a:avLst>
              <a:gd name="adj1" fmla="val 12259889"/>
              <a:gd name="adj2" fmla="val 4340779"/>
            </a:avLst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DEB262F2-00D9-4EA7-A652-7FA7DC98697C}"/>
              </a:ext>
            </a:extLst>
          </p:cNvPr>
          <p:cNvSpPr txBox="1"/>
          <p:nvPr/>
        </p:nvSpPr>
        <p:spPr>
          <a:xfrm>
            <a:off x="4241407" y="4951164"/>
            <a:ext cx="8707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100kN-m</a:t>
            </a:r>
          </a:p>
        </p:txBody>
      </p:sp>
      <p:sp>
        <p:nvSpPr>
          <p:cNvPr id="270" name="원호 269">
            <a:extLst>
              <a:ext uri="{FF2B5EF4-FFF2-40B4-BE49-F238E27FC236}">
                <a16:creationId xmlns:a16="http://schemas.microsoft.com/office/drawing/2014/main" id="{23F8E14D-48A8-43FE-B976-B7A812DEA12C}"/>
              </a:ext>
            </a:extLst>
          </p:cNvPr>
          <p:cNvSpPr/>
          <p:nvPr/>
        </p:nvSpPr>
        <p:spPr>
          <a:xfrm rot="4349615" flipH="1" flipV="1">
            <a:off x="6747754" y="5152098"/>
            <a:ext cx="360000" cy="360000"/>
          </a:xfrm>
          <a:prstGeom prst="arc">
            <a:avLst>
              <a:gd name="adj1" fmla="val 12259889"/>
              <a:gd name="adj2" fmla="val 4340779"/>
            </a:avLst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B4AA33FA-6FBA-452A-ACFC-4599B1A676E4}"/>
              </a:ext>
            </a:extLst>
          </p:cNvPr>
          <p:cNvSpPr txBox="1"/>
          <p:nvPr/>
        </p:nvSpPr>
        <p:spPr>
          <a:xfrm>
            <a:off x="6062844" y="4959807"/>
            <a:ext cx="8707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100kN-m</a:t>
            </a:r>
          </a:p>
        </p:txBody>
      </p:sp>
    </p:spTree>
    <p:extLst>
      <p:ext uri="{BB962C8B-B14F-4D97-AF65-F5344CB8AC3E}">
        <p14:creationId xmlns:p14="http://schemas.microsoft.com/office/powerpoint/2010/main" val="1355626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Line 16 1 3 1 4">
            <a:extLst>
              <a:ext uri="{FF2B5EF4-FFF2-40B4-BE49-F238E27FC236}">
                <a16:creationId xmlns:a16="http://schemas.microsoft.com/office/drawing/2014/main" id="{879013E1-112D-DD94-06A3-9A7F051AEF8B}"/>
              </a:ext>
            </a:extLst>
          </p:cNvPr>
          <p:cNvSpPr/>
          <p:nvPr/>
        </p:nvSpPr>
        <p:spPr>
          <a:xfrm rot="10800000">
            <a:off x="3852422" y="600141"/>
            <a:ext cx="0" cy="1417934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5" name="Line 16 1 3 1 4">
            <a:extLst>
              <a:ext uri="{FF2B5EF4-FFF2-40B4-BE49-F238E27FC236}">
                <a16:creationId xmlns:a16="http://schemas.microsoft.com/office/drawing/2014/main" id="{A82654D4-BFC5-5B83-60F4-001C48D2DBF0}"/>
              </a:ext>
            </a:extLst>
          </p:cNvPr>
          <p:cNvSpPr/>
          <p:nvPr/>
        </p:nvSpPr>
        <p:spPr>
          <a:xfrm rot="10800000">
            <a:off x="2407609" y="2038808"/>
            <a:ext cx="1444813" cy="0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6" name="Line 16 1 3 1 4">
            <a:extLst>
              <a:ext uri="{FF2B5EF4-FFF2-40B4-BE49-F238E27FC236}">
                <a16:creationId xmlns:a16="http://schemas.microsoft.com/office/drawing/2014/main" id="{C9F15C57-6AEF-2A75-06C7-A60C72B44C93}"/>
              </a:ext>
            </a:extLst>
          </p:cNvPr>
          <p:cNvSpPr/>
          <p:nvPr/>
        </p:nvSpPr>
        <p:spPr>
          <a:xfrm rot="10800000">
            <a:off x="979588" y="607618"/>
            <a:ext cx="0" cy="1449149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7" name="Line 16 1 3 1 4">
            <a:extLst>
              <a:ext uri="{FF2B5EF4-FFF2-40B4-BE49-F238E27FC236}">
                <a16:creationId xmlns:a16="http://schemas.microsoft.com/office/drawing/2014/main" id="{305F7135-A3C8-5265-75FC-36DB5523A2C5}"/>
              </a:ext>
            </a:extLst>
          </p:cNvPr>
          <p:cNvSpPr/>
          <p:nvPr/>
        </p:nvSpPr>
        <p:spPr>
          <a:xfrm rot="10800000">
            <a:off x="2401183" y="592569"/>
            <a:ext cx="0" cy="1417934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8" name="Line 16 1 3 1 4">
            <a:extLst>
              <a:ext uri="{FF2B5EF4-FFF2-40B4-BE49-F238E27FC236}">
                <a16:creationId xmlns:a16="http://schemas.microsoft.com/office/drawing/2014/main" id="{B63C226C-E00D-3750-0935-EB2F206A2D51}"/>
              </a:ext>
            </a:extLst>
          </p:cNvPr>
          <p:cNvSpPr/>
          <p:nvPr/>
        </p:nvSpPr>
        <p:spPr>
          <a:xfrm rot="10800000">
            <a:off x="956370" y="2031236"/>
            <a:ext cx="1444813" cy="0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9" name="Line 16 1 3 1 4">
            <a:extLst>
              <a:ext uri="{FF2B5EF4-FFF2-40B4-BE49-F238E27FC236}">
                <a16:creationId xmlns:a16="http://schemas.microsoft.com/office/drawing/2014/main" id="{B8024A84-2959-8F09-FEB2-18EBCA135524}"/>
              </a:ext>
            </a:extLst>
          </p:cNvPr>
          <p:cNvSpPr/>
          <p:nvPr/>
        </p:nvSpPr>
        <p:spPr>
          <a:xfrm rot="10800000">
            <a:off x="919731" y="587636"/>
            <a:ext cx="2943298" cy="0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246" name="그룹 245">
            <a:extLst>
              <a:ext uri="{FF2B5EF4-FFF2-40B4-BE49-F238E27FC236}">
                <a16:creationId xmlns:a16="http://schemas.microsoft.com/office/drawing/2014/main" id="{1171BD9B-82BF-4EC2-7C1A-78EDC8865499}"/>
              </a:ext>
            </a:extLst>
          </p:cNvPr>
          <p:cNvGrpSpPr/>
          <p:nvPr/>
        </p:nvGrpSpPr>
        <p:grpSpPr>
          <a:xfrm rot="5400000">
            <a:off x="656715" y="439288"/>
            <a:ext cx="375743" cy="284386"/>
            <a:chOff x="7265959" y="2965446"/>
            <a:chExt cx="375743" cy="284386"/>
          </a:xfrm>
        </p:grpSpPr>
        <p:sp>
          <p:nvSpPr>
            <p:cNvPr id="249" name="이등변 삼각형 248">
              <a:extLst>
                <a:ext uri="{FF2B5EF4-FFF2-40B4-BE49-F238E27FC236}">
                  <a16:creationId xmlns:a16="http://schemas.microsoft.com/office/drawing/2014/main" id="{070F8002-8FDE-834B-AB32-665C1299497C}"/>
                </a:ext>
              </a:extLst>
            </p:cNvPr>
            <p:cNvSpPr/>
            <p:nvPr/>
          </p:nvSpPr>
          <p:spPr>
            <a:xfrm>
              <a:off x="7383140" y="2965446"/>
              <a:ext cx="152287" cy="134096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grpSp>
          <p:nvGrpSpPr>
            <p:cNvPr id="251" name="그룹 250">
              <a:extLst>
                <a:ext uri="{FF2B5EF4-FFF2-40B4-BE49-F238E27FC236}">
                  <a16:creationId xmlns:a16="http://schemas.microsoft.com/office/drawing/2014/main" id="{32466AEF-457C-7282-1CEB-75693516E1DB}"/>
                </a:ext>
              </a:extLst>
            </p:cNvPr>
            <p:cNvGrpSpPr/>
            <p:nvPr/>
          </p:nvGrpSpPr>
          <p:grpSpPr>
            <a:xfrm rot="5400000">
              <a:off x="7378686" y="2986816"/>
              <a:ext cx="150289" cy="375743"/>
              <a:chOff x="5794944" y="2079049"/>
              <a:chExt cx="630570" cy="790833"/>
            </a:xfrm>
          </p:grpSpPr>
          <p:sp>
            <p:nvSpPr>
              <p:cNvPr id="272" name="직사각형 271">
                <a:extLst>
                  <a:ext uri="{FF2B5EF4-FFF2-40B4-BE49-F238E27FC236}">
                    <a16:creationId xmlns:a16="http://schemas.microsoft.com/office/drawing/2014/main" id="{AA25AC53-AE3D-6902-8F86-0A2641644F12}"/>
                  </a:ext>
                </a:extLst>
              </p:cNvPr>
              <p:cNvSpPr/>
              <p:nvPr/>
            </p:nvSpPr>
            <p:spPr>
              <a:xfrm>
                <a:off x="5794944" y="2079049"/>
                <a:ext cx="630570" cy="790833"/>
              </a:xfrm>
              <a:prstGeom prst="rect">
                <a:avLst/>
              </a:pr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KoPubWorld바탕체_Pro Light" panose="00000300000000000000" pitchFamily="50" charset="-127"/>
                  <a:cs typeface="KoPubWorld바탕체_Pro Light" panose="00000300000000000000" pitchFamily="50" charset="-127"/>
                </a:endParaRPr>
              </a:p>
            </p:txBody>
          </p:sp>
          <p:cxnSp>
            <p:nvCxnSpPr>
              <p:cNvPr id="273" name="직선 연결선 272">
                <a:extLst>
                  <a:ext uri="{FF2B5EF4-FFF2-40B4-BE49-F238E27FC236}">
                    <a16:creationId xmlns:a16="http://schemas.microsoft.com/office/drawing/2014/main" id="{E3AA5F09-B64C-C9B5-F478-B1076593184E}"/>
                  </a:ext>
                </a:extLst>
              </p:cNvPr>
              <p:cNvCxnSpPr/>
              <p:nvPr/>
            </p:nvCxnSpPr>
            <p:spPr>
              <a:xfrm>
                <a:off x="5794944" y="2079049"/>
                <a:ext cx="0" cy="79083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74" name="TextBox 273">
            <a:extLst>
              <a:ext uri="{FF2B5EF4-FFF2-40B4-BE49-F238E27FC236}">
                <a16:creationId xmlns:a16="http://schemas.microsoft.com/office/drawing/2014/main" id="{6F339773-3461-7248-A98F-8D488416E595}"/>
              </a:ext>
            </a:extLst>
          </p:cNvPr>
          <p:cNvSpPr txBox="1"/>
          <p:nvPr/>
        </p:nvSpPr>
        <p:spPr>
          <a:xfrm flipH="1">
            <a:off x="852681" y="335859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A</a:t>
            </a: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4F611471-6931-D804-9489-1F7C098376B7}"/>
              </a:ext>
            </a:extLst>
          </p:cNvPr>
          <p:cNvSpPr txBox="1"/>
          <p:nvPr/>
        </p:nvSpPr>
        <p:spPr>
          <a:xfrm flipH="1">
            <a:off x="3836379" y="563149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C</a:t>
            </a: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F5811A8C-5F08-C7C1-9BF5-640A405886A6}"/>
              </a:ext>
            </a:extLst>
          </p:cNvPr>
          <p:cNvSpPr txBox="1"/>
          <p:nvPr/>
        </p:nvSpPr>
        <p:spPr>
          <a:xfrm flipH="1">
            <a:off x="2375792" y="612124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B</a:t>
            </a:r>
          </a:p>
        </p:txBody>
      </p:sp>
      <p:grpSp>
        <p:nvGrpSpPr>
          <p:cNvPr id="277" name="그룹 276">
            <a:extLst>
              <a:ext uri="{FF2B5EF4-FFF2-40B4-BE49-F238E27FC236}">
                <a16:creationId xmlns:a16="http://schemas.microsoft.com/office/drawing/2014/main" id="{AA50094F-93BC-E60F-5A4F-76A8ABDDE16F}"/>
              </a:ext>
            </a:extLst>
          </p:cNvPr>
          <p:cNvGrpSpPr/>
          <p:nvPr/>
        </p:nvGrpSpPr>
        <p:grpSpPr>
          <a:xfrm rot="5400000">
            <a:off x="-259385" y="1067385"/>
            <a:ext cx="1444816" cy="478740"/>
            <a:chOff x="4011685" y="3902012"/>
            <a:chExt cx="1444816" cy="478740"/>
          </a:xfrm>
        </p:grpSpPr>
        <p:sp>
          <p:nvSpPr>
            <p:cNvPr id="278" name="Line 16 1 3 1 4">
              <a:extLst>
                <a:ext uri="{FF2B5EF4-FFF2-40B4-BE49-F238E27FC236}">
                  <a16:creationId xmlns:a16="http://schemas.microsoft.com/office/drawing/2014/main" id="{B4A129AB-1EA4-E5C5-24FF-EEC70CF29312}"/>
                </a:ext>
              </a:extLst>
            </p:cNvPr>
            <p:cNvSpPr/>
            <p:nvPr/>
          </p:nvSpPr>
          <p:spPr>
            <a:xfrm rot="10800000" flipH="1">
              <a:off x="4011689" y="4176357"/>
              <a:ext cx="1444811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79" name="Line 16 1 3 1 4">
              <a:extLst>
                <a:ext uri="{FF2B5EF4-FFF2-40B4-BE49-F238E27FC236}">
                  <a16:creationId xmlns:a16="http://schemas.microsoft.com/office/drawing/2014/main" id="{B36FF74A-1788-B0C5-6F62-77A6952A177B}"/>
                </a:ext>
              </a:extLst>
            </p:cNvPr>
            <p:cNvSpPr/>
            <p:nvPr/>
          </p:nvSpPr>
          <p:spPr>
            <a:xfrm rot="10800000" flipH="1">
              <a:off x="4011685" y="4023949"/>
              <a:ext cx="0" cy="300801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80" name="Line 16 1 3 1 4">
              <a:extLst>
                <a:ext uri="{FF2B5EF4-FFF2-40B4-BE49-F238E27FC236}">
                  <a16:creationId xmlns:a16="http://schemas.microsoft.com/office/drawing/2014/main" id="{EB3C8CF3-AA79-CD8D-4257-6F9AE0BCE1C2}"/>
                </a:ext>
              </a:extLst>
            </p:cNvPr>
            <p:cNvSpPr/>
            <p:nvPr/>
          </p:nvSpPr>
          <p:spPr>
            <a:xfrm rot="10800000" flipH="1">
              <a:off x="5456501" y="4023950"/>
              <a:ext cx="0" cy="30079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8C4D8A57-1104-2218-2F41-11DA9C4DAD0C}"/>
                </a:ext>
              </a:extLst>
            </p:cNvPr>
            <p:cNvSpPr txBox="1"/>
            <p:nvPr/>
          </p:nvSpPr>
          <p:spPr>
            <a:xfrm rot="16200000">
              <a:off x="4482730" y="4002882"/>
              <a:ext cx="478740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  <a:cs typeface="KoPubWorld바탕체_Pro Light" panose="00000300000000000000" pitchFamily="50" charset="-127"/>
                </a:rPr>
                <a:t>4m</a:t>
              </a:r>
            </a:p>
          </p:txBody>
        </p:sp>
      </p:grpSp>
      <p:grpSp>
        <p:nvGrpSpPr>
          <p:cNvPr id="282" name="그룹 281">
            <a:extLst>
              <a:ext uri="{FF2B5EF4-FFF2-40B4-BE49-F238E27FC236}">
                <a16:creationId xmlns:a16="http://schemas.microsoft.com/office/drawing/2014/main" id="{117FB144-2C09-6F52-4A7B-1E702005C127}"/>
              </a:ext>
            </a:extLst>
          </p:cNvPr>
          <p:cNvGrpSpPr/>
          <p:nvPr/>
        </p:nvGrpSpPr>
        <p:grpSpPr>
          <a:xfrm rot="10800000">
            <a:off x="973407" y="2140415"/>
            <a:ext cx="1444816" cy="301123"/>
            <a:chOff x="4011685" y="4023949"/>
            <a:chExt cx="1444816" cy="301123"/>
          </a:xfrm>
        </p:grpSpPr>
        <p:sp>
          <p:nvSpPr>
            <p:cNvPr id="283" name="Line 16 1 3 1 4">
              <a:extLst>
                <a:ext uri="{FF2B5EF4-FFF2-40B4-BE49-F238E27FC236}">
                  <a16:creationId xmlns:a16="http://schemas.microsoft.com/office/drawing/2014/main" id="{FB3C3F37-E413-0F39-2D15-8FE68A469F2A}"/>
                </a:ext>
              </a:extLst>
            </p:cNvPr>
            <p:cNvSpPr/>
            <p:nvPr/>
          </p:nvSpPr>
          <p:spPr>
            <a:xfrm rot="10800000" flipH="1">
              <a:off x="4011689" y="4176357"/>
              <a:ext cx="1444811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84" name="Line 16 1 3 1 4">
              <a:extLst>
                <a:ext uri="{FF2B5EF4-FFF2-40B4-BE49-F238E27FC236}">
                  <a16:creationId xmlns:a16="http://schemas.microsoft.com/office/drawing/2014/main" id="{10EB995A-B53E-DEAA-271D-EF26F53BB2E6}"/>
                </a:ext>
              </a:extLst>
            </p:cNvPr>
            <p:cNvSpPr/>
            <p:nvPr/>
          </p:nvSpPr>
          <p:spPr>
            <a:xfrm rot="10800000" flipH="1">
              <a:off x="4011685" y="4023949"/>
              <a:ext cx="0" cy="300801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85" name="Line 16 1 3 1 4">
              <a:extLst>
                <a:ext uri="{FF2B5EF4-FFF2-40B4-BE49-F238E27FC236}">
                  <a16:creationId xmlns:a16="http://schemas.microsoft.com/office/drawing/2014/main" id="{D23A6A42-DB6A-41AA-95F5-99A74D4FA6B2}"/>
                </a:ext>
              </a:extLst>
            </p:cNvPr>
            <p:cNvSpPr/>
            <p:nvPr/>
          </p:nvSpPr>
          <p:spPr>
            <a:xfrm rot="10800000" flipH="1">
              <a:off x="5456501" y="4023950"/>
              <a:ext cx="0" cy="30079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D4E9CE2F-BF1D-98D9-BE88-90CE0312AE2C}"/>
                </a:ext>
              </a:extLst>
            </p:cNvPr>
            <p:cNvSpPr txBox="1"/>
            <p:nvPr/>
          </p:nvSpPr>
          <p:spPr>
            <a:xfrm rot="10800000">
              <a:off x="4416904" y="4048073"/>
              <a:ext cx="499373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  <a:cs typeface="KoPubWorld바탕체_Pro Light" panose="00000300000000000000" pitchFamily="50" charset="-127"/>
                </a:rPr>
                <a:t>5m</a:t>
              </a:r>
            </a:p>
          </p:txBody>
        </p:sp>
      </p:grpSp>
      <p:grpSp>
        <p:nvGrpSpPr>
          <p:cNvPr id="287" name="그룹 286">
            <a:extLst>
              <a:ext uri="{FF2B5EF4-FFF2-40B4-BE49-F238E27FC236}">
                <a16:creationId xmlns:a16="http://schemas.microsoft.com/office/drawing/2014/main" id="{1859C6D1-109F-7459-7FE1-A5F5B6442BBA}"/>
              </a:ext>
            </a:extLst>
          </p:cNvPr>
          <p:cNvGrpSpPr/>
          <p:nvPr/>
        </p:nvGrpSpPr>
        <p:grpSpPr>
          <a:xfrm rot="10800000">
            <a:off x="2418219" y="2138568"/>
            <a:ext cx="1444815" cy="301123"/>
            <a:chOff x="4011685" y="4023949"/>
            <a:chExt cx="1444815" cy="301123"/>
          </a:xfrm>
        </p:grpSpPr>
        <p:sp>
          <p:nvSpPr>
            <p:cNvPr id="288" name="Line 16 1 3 1 4">
              <a:extLst>
                <a:ext uri="{FF2B5EF4-FFF2-40B4-BE49-F238E27FC236}">
                  <a16:creationId xmlns:a16="http://schemas.microsoft.com/office/drawing/2014/main" id="{8E6657A8-492F-87F0-A664-4D816358C8FA}"/>
                </a:ext>
              </a:extLst>
            </p:cNvPr>
            <p:cNvSpPr/>
            <p:nvPr/>
          </p:nvSpPr>
          <p:spPr>
            <a:xfrm rot="10800000" flipH="1">
              <a:off x="4011689" y="4176357"/>
              <a:ext cx="1444811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89" name="Line 16 1 3 1 4">
              <a:extLst>
                <a:ext uri="{FF2B5EF4-FFF2-40B4-BE49-F238E27FC236}">
                  <a16:creationId xmlns:a16="http://schemas.microsoft.com/office/drawing/2014/main" id="{E3EBB126-32CE-DBF5-B76E-80A85F4FE1C7}"/>
                </a:ext>
              </a:extLst>
            </p:cNvPr>
            <p:cNvSpPr/>
            <p:nvPr/>
          </p:nvSpPr>
          <p:spPr>
            <a:xfrm rot="10800000" flipH="1">
              <a:off x="4011685" y="4023949"/>
              <a:ext cx="0" cy="299277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2AF02F50-D89F-E5B6-2708-B933F8EEC9E8}"/>
                </a:ext>
              </a:extLst>
            </p:cNvPr>
            <p:cNvSpPr txBox="1"/>
            <p:nvPr/>
          </p:nvSpPr>
          <p:spPr>
            <a:xfrm rot="10800000">
              <a:off x="4435320" y="4048073"/>
              <a:ext cx="480957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  <a:cs typeface="KoPubWorld바탕체_Pro Light" panose="00000300000000000000" pitchFamily="50" charset="-127"/>
                </a:rPr>
                <a:t>5m</a:t>
              </a:r>
            </a:p>
          </p:txBody>
        </p:sp>
      </p:grpSp>
      <p:sp>
        <p:nvSpPr>
          <p:cNvPr id="291" name="Line 16 1 3 1 4">
            <a:extLst>
              <a:ext uri="{FF2B5EF4-FFF2-40B4-BE49-F238E27FC236}">
                <a16:creationId xmlns:a16="http://schemas.microsoft.com/office/drawing/2014/main" id="{DE4728E7-A0C8-026A-F7AE-A989C24249D0}"/>
              </a:ext>
            </a:extLst>
          </p:cNvPr>
          <p:cNvSpPr/>
          <p:nvPr/>
        </p:nvSpPr>
        <p:spPr>
          <a:xfrm rot="10800000" flipV="1">
            <a:off x="973407" y="600141"/>
            <a:ext cx="1444812" cy="1429022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292" name="그룹 291">
            <a:extLst>
              <a:ext uri="{FF2B5EF4-FFF2-40B4-BE49-F238E27FC236}">
                <a16:creationId xmlns:a16="http://schemas.microsoft.com/office/drawing/2014/main" id="{81C8F256-F025-6E2B-B338-1760A3508F4F}"/>
              </a:ext>
            </a:extLst>
          </p:cNvPr>
          <p:cNvGrpSpPr/>
          <p:nvPr/>
        </p:nvGrpSpPr>
        <p:grpSpPr>
          <a:xfrm rot="5400000">
            <a:off x="656715" y="1886966"/>
            <a:ext cx="375743" cy="284384"/>
            <a:chOff x="3671411" y="2965446"/>
            <a:chExt cx="375743" cy="284384"/>
          </a:xfrm>
        </p:grpSpPr>
        <p:sp>
          <p:nvSpPr>
            <p:cNvPr id="293" name="타원 292">
              <a:extLst>
                <a:ext uri="{FF2B5EF4-FFF2-40B4-BE49-F238E27FC236}">
                  <a16:creationId xmlns:a16="http://schemas.microsoft.com/office/drawing/2014/main" id="{05104689-91E8-6FE5-8E54-4DB8CD58B430}"/>
                </a:ext>
              </a:extLst>
            </p:cNvPr>
            <p:cNvSpPr/>
            <p:nvPr/>
          </p:nvSpPr>
          <p:spPr>
            <a:xfrm>
              <a:off x="3792236" y="2965446"/>
              <a:ext cx="134096" cy="1340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grpSp>
          <p:nvGrpSpPr>
            <p:cNvPr id="294" name="그룹 293">
              <a:extLst>
                <a:ext uri="{FF2B5EF4-FFF2-40B4-BE49-F238E27FC236}">
                  <a16:creationId xmlns:a16="http://schemas.microsoft.com/office/drawing/2014/main" id="{09DC5742-36E2-4B0C-299D-235B3FD3F89D}"/>
                </a:ext>
              </a:extLst>
            </p:cNvPr>
            <p:cNvGrpSpPr/>
            <p:nvPr/>
          </p:nvGrpSpPr>
          <p:grpSpPr>
            <a:xfrm rot="5400000">
              <a:off x="3784139" y="2986815"/>
              <a:ext cx="150287" cy="375743"/>
              <a:chOff x="5794944" y="2079049"/>
              <a:chExt cx="630570" cy="790833"/>
            </a:xfrm>
          </p:grpSpPr>
          <p:sp>
            <p:nvSpPr>
              <p:cNvPr id="295" name="직사각형 294">
                <a:extLst>
                  <a:ext uri="{FF2B5EF4-FFF2-40B4-BE49-F238E27FC236}">
                    <a16:creationId xmlns:a16="http://schemas.microsoft.com/office/drawing/2014/main" id="{E17F6001-F5CF-4B82-4E24-B58721E62BFC}"/>
                  </a:ext>
                </a:extLst>
              </p:cNvPr>
              <p:cNvSpPr/>
              <p:nvPr/>
            </p:nvSpPr>
            <p:spPr>
              <a:xfrm>
                <a:off x="5794944" y="2079049"/>
                <a:ext cx="630570" cy="790833"/>
              </a:xfrm>
              <a:prstGeom prst="rect">
                <a:avLst/>
              </a:pr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KoPubWorld바탕체_Pro Light" panose="00000300000000000000" pitchFamily="50" charset="-127"/>
                  <a:cs typeface="KoPubWorld바탕체_Pro Light" panose="00000300000000000000" pitchFamily="50" charset="-127"/>
                </a:endParaRPr>
              </a:p>
            </p:txBody>
          </p:sp>
          <p:cxnSp>
            <p:nvCxnSpPr>
              <p:cNvPr id="296" name="직선 연결선 295">
                <a:extLst>
                  <a:ext uri="{FF2B5EF4-FFF2-40B4-BE49-F238E27FC236}">
                    <a16:creationId xmlns:a16="http://schemas.microsoft.com/office/drawing/2014/main" id="{439A761B-8105-A6D8-C01C-FDE763568A4C}"/>
                  </a:ext>
                </a:extLst>
              </p:cNvPr>
              <p:cNvCxnSpPr/>
              <p:nvPr/>
            </p:nvCxnSpPr>
            <p:spPr>
              <a:xfrm>
                <a:off x="5794944" y="2079049"/>
                <a:ext cx="0" cy="79083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97" name="Line 16 1 3 1 4">
            <a:extLst>
              <a:ext uri="{FF2B5EF4-FFF2-40B4-BE49-F238E27FC236}">
                <a16:creationId xmlns:a16="http://schemas.microsoft.com/office/drawing/2014/main" id="{108492C4-4ECD-600B-2E41-D63FD9005D03}"/>
              </a:ext>
            </a:extLst>
          </p:cNvPr>
          <p:cNvSpPr/>
          <p:nvPr/>
        </p:nvSpPr>
        <p:spPr>
          <a:xfrm rot="10800000" flipV="1">
            <a:off x="2388218" y="606469"/>
            <a:ext cx="1444812" cy="1429022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8" name="타원 297">
            <a:extLst>
              <a:ext uri="{FF2B5EF4-FFF2-40B4-BE49-F238E27FC236}">
                <a16:creationId xmlns:a16="http://schemas.microsoft.com/office/drawing/2014/main" id="{25B72616-F617-345C-2FF5-F66B199F59B8}"/>
              </a:ext>
            </a:extLst>
          </p:cNvPr>
          <p:cNvSpPr/>
          <p:nvPr/>
        </p:nvSpPr>
        <p:spPr>
          <a:xfrm rot="5400000">
            <a:off x="2364638" y="1984767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299" name="타원 298">
            <a:extLst>
              <a:ext uri="{FF2B5EF4-FFF2-40B4-BE49-F238E27FC236}">
                <a16:creationId xmlns:a16="http://schemas.microsoft.com/office/drawing/2014/main" id="{5F447AB5-C0DF-B672-6DA0-AEB2ABA8FA52}"/>
              </a:ext>
            </a:extLst>
          </p:cNvPr>
          <p:cNvSpPr/>
          <p:nvPr/>
        </p:nvSpPr>
        <p:spPr>
          <a:xfrm rot="5400000">
            <a:off x="2356400" y="555501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300" name="타원 299">
            <a:extLst>
              <a:ext uri="{FF2B5EF4-FFF2-40B4-BE49-F238E27FC236}">
                <a16:creationId xmlns:a16="http://schemas.microsoft.com/office/drawing/2014/main" id="{B5756967-C890-53C6-9237-EA072B8BCD03}"/>
              </a:ext>
            </a:extLst>
          </p:cNvPr>
          <p:cNvSpPr/>
          <p:nvPr/>
        </p:nvSpPr>
        <p:spPr>
          <a:xfrm rot="5400000">
            <a:off x="3793900" y="553444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5C119BFB-AF94-CEFA-E6D7-BA30D8E1505E}"/>
              </a:ext>
            </a:extLst>
          </p:cNvPr>
          <p:cNvSpPr txBox="1"/>
          <p:nvPr/>
        </p:nvSpPr>
        <p:spPr>
          <a:xfrm>
            <a:off x="3829900" y="165524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30kN</a:t>
            </a:r>
          </a:p>
        </p:txBody>
      </p:sp>
      <p:sp>
        <p:nvSpPr>
          <p:cNvPr id="302" name="Line 16 1 3 1 4">
            <a:extLst>
              <a:ext uri="{FF2B5EF4-FFF2-40B4-BE49-F238E27FC236}">
                <a16:creationId xmlns:a16="http://schemas.microsoft.com/office/drawing/2014/main" id="{0D6365FE-BA50-749F-5BAB-68C2D0BDF074}"/>
              </a:ext>
            </a:extLst>
          </p:cNvPr>
          <p:cNvSpPr/>
          <p:nvPr/>
        </p:nvSpPr>
        <p:spPr>
          <a:xfrm rot="10800000" flipH="1">
            <a:off x="3863029" y="145452"/>
            <a:ext cx="0" cy="414090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BD4E741B-AFA5-DE09-33C9-F4744C5AC428}"/>
              </a:ext>
            </a:extLst>
          </p:cNvPr>
          <p:cNvSpPr txBox="1"/>
          <p:nvPr/>
        </p:nvSpPr>
        <p:spPr>
          <a:xfrm>
            <a:off x="2385084" y="167182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30kN</a:t>
            </a:r>
          </a:p>
        </p:txBody>
      </p:sp>
      <p:sp>
        <p:nvSpPr>
          <p:cNvPr id="304" name="Line 16 1 3 1 4">
            <a:extLst>
              <a:ext uri="{FF2B5EF4-FFF2-40B4-BE49-F238E27FC236}">
                <a16:creationId xmlns:a16="http://schemas.microsoft.com/office/drawing/2014/main" id="{8C85C94C-68FB-1842-0E55-4864285C2AD0}"/>
              </a:ext>
            </a:extLst>
          </p:cNvPr>
          <p:cNvSpPr/>
          <p:nvPr/>
        </p:nvSpPr>
        <p:spPr>
          <a:xfrm rot="10800000" flipH="1">
            <a:off x="2418213" y="153288"/>
            <a:ext cx="0" cy="414090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C59C9163-7AC9-7188-078C-5CD165DD7EBF}"/>
              </a:ext>
            </a:extLst>
          </p:cNvPr>
          <p:cNvSpPr txBox="1"/>
          <p:nvPr/>
        </p:nvSpPr>
        <p:spPr>
          <a:xfrm flipH="1">
            <a:off x="919051" y="2037157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D</a:t>
            </a: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D5B44A38-4AE1-E971-22E3-165F43E0AE8A}"/>
              </a:ext>
            </a:extLst>
          </p:cNvPr>
          <p:cNvSpPr txBox="1"/>
          <p:nvPr/>
        </p:nvSpPr>
        <p:spPr>
          <a:xfrm flipH="1">
            <a:off x="2350843" y="2037275"/>
            <a:ext cx="276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E</a:t>
            </a: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BEC11E17-8261-037B-D1C7-5148C794BCBC}"/>
              </a:ext>
            </a:extLst>
          </p:cNvPr>
          <p:cNvSpPr txBox="1"/>
          <p:nvPr/>
        </p:nvSpPr>
        <p:spPr>
          <a:xfrm flipH="1">
            <a:off x="3837857" y="1949546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F</a:t>
            </a:r>
          </a:p>
        </p:txBody>
      </p:sp>
      <p:sp>
        <p:nvSpPr>
          <p:cNvPr id="308" name="타원 307">
            <a:extLst>
              <a:ext uri="{FF2B5EF4-FFF2-40B4-BE49-F238E27FC236}">
                <a16:creationId xmlns:a16="http://schemas.microsoft.com/office/drawing/2014/main" id="{77296F6B-0988-6215-7E85-BAB0B9934984}"/>
              </a:ext>
            </a:extLst>
          </p:cNvPr>
          <p:cNvSpPr/>
          <p:nvPr/>
        </p:nvSpPr>
        <p:spPr>
          <a:xfrm rot="5400000">
            <a:off x="3830932" y="2004002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309" name="직사각형 308">
            <a:extLst>
              <a:ext uri="{FF2B5EF4-FFF2-40B4-BE49-F238E27FC236}">
                <a16:creationId xmlns:a16="http://schemas.microsoft.com/office/drawing/2014/main" id="{4783E5EA-E93B-34C8-D97C-D8E37757A1EB}"/>
              </a:ext>
            </a:extLst>
          </p:cNvPr>
          <p:cNvSpPr/>
          <p:nvPr/>
        </p:nvSpPr>
        <p:spPr>
          <a:xfrm>
            <a:off x="8538071" y="840148"/>
            <a:ext cx="884057" cy="90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320" name="Line 16 1 3 1 4">
            <a:extLst>
              <a:ext uri="{FF2B5EF4-FFF2-40B4-BE49-F238E27FC236}">
                <a16:creationId xmlns:a16="http://schemas.microsoft.com/office/drawing/2014/main" id="{A048225B-259A-0ABD-A1D3-33DC7A8EAC85}"/>
              </a:ext>
            </a:extLst>
          </p:cNvPr>
          <p:cNvSpPr/>
          <p:nvPr/>
        </p:nvSpPr>
        <p:spPr>
          <a:xfrm rot="10800000" flipH="1">
            <a:off x="8976955" y="1754612"/>
            <a:ext cx="0" cy="674939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cxnSp>
        <p:nvCxnSpPr>
          <p:cNvPr id="321" name="직선 연결선 320">
            <a:extLst>
              <a:ext uri="{FF2B5EF4-FFF2-40B4-BE49-F238E27FC236}">
                <a16:creationId xmlns:a16="http://schemas.microsoft.com/office/drawing/2014/main" id="{5F11D65E-E3F7-0301-3647-AF5E69F298BF}"/>
              </a:ext>
            </a:extLst>
          </p:cNvPr>
          <p:cNvCxnSpPr/>
          <p:nvPr/>
        </p:nvCxnSpPr>
        <p:spPr>
          <a:xfrm flipH="1">
            <a:off x="9422128" y="1269716"/>
            <a:ext cx="832651" cy="0"/>
          </a:xfrm>
          <a:prstGeom prst="line">
            <a:avLst/>
          </a:prstGeom>
          <a:ln w="9525">
            <a:solidFill>
              <a:schemeClr val="tx1"/>
            </a:solidFill>
            <a:headEnd type="triangle" w="sm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75A6A389-DC19-B0B0-91BB-2783FBF5CF43}"/>
              </a:ext>
            </a:extLst>
          </p:cNvPr>
          <p:cNvCxnSpPr>
            <a:cxnSpLocks/>
          </p:cNvCxnSpPr>
          <p:nvPr/>
        </p:nvCxnSpPr>
        <p:spPr>
          <a:xfrm>
            <a:off x="7705420" y="1269716"/>
            <a:ext cx="832651" cy="0"/>
          </a:xfrm>
          <a:prstGeom prst="line">
            <a:avLst/>
          </a:prstGeom>
          <a:ln w="9525">
            <a:solidFill>
              <a:schemeClr val="tx1"/>
            </a:solidFill>
            <a:headEnd type="triangle" w="sm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Line 16 1 3 1 4">
            <a:extLst>
              <a:ext uri="{FF2B5EF4-FFF2-40B4-BE49-F238E27FC236}">
                <a16:creationId xmlns:a16="http://schemas.microsoft.com/office/drawing/2014/main" id="{748CA6FE-3DF5-9373-4284-DAF67732708D}"/>
              </a:ext>
            </a:extLst>
          </p:cNvPr>
          <p:cNvSpPr/>
          <p:nvPr/>
        </p:nvSpPr>
        <p:spPr>
          <a:xfrm rot="10800000" flipH="1" flipV="1">
            <a:off x="8976955" y="162062"/>
            <a:ext cx="0" cy="674939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30DC129-C0DD-C13B-8A3D-32584EC995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8453" y="1090758"/>
            <a:ext cx="190500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2">
            <a:extLst>
              <a:ext uri="{FF2B5EF4-FFF2-40B4-BE49-F238E27FC236}">
                <a16:creationId xmlns:a16="http://schemas.microsoft.com/office/drawing/2014/main" id="{3E11766A-6980-F6F4-1205-F590093B4C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5996" y="1064541"/>
            <a:ext cx="190500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3F0F8E8-6A30-D689-FF53-4F6325521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0604" y="310812"/>
            <a:ext cx="190500" cy="16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4">
            <a:extLst>
              <a:ext uri="{FF2B5EF4-FFF2-40B4-BE49-F238E27FC236}">
                <a16:creationId xmlns:a16="http://schemas.microsoft.com/office/drawing/2014/main" id="{772575E0-7827-4C5E-0C43-D6D56B03C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2889" y="2252021"/>
            <a:ext cx="190500" cy="16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Line 16 1 3 1 4">
            <a:extLst>
              <a:ext uri="{FF2B5EF4-FFF2-40B4-BE49-F238E27FC236}">
                <a16:creationId xmlns:a16="http://schemas.microsoft.com/office/drawing/2014/main" id="{7B0CE0C4-FBC7-4479-5F27-35893279AA7C}"/>
              </a:ext>
            </a:extLst>
          </p:cNvPr>
          <p:cNvSpPr/>
          <p:nvPr/>
        </p:nvSpPr>
        <p:spPr>
          <a:xfrm rot="10800000" flipH="1" flipV="1">
            <a:off x="9484955" y="932246"/>
            <a:ext cx="0" cy="674939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" name="Line 16 1 3 1 4">
            <a:extLst>
              <a:ext uri="{FF2B5EF4-FFF2-40B4-BE49-F238E27FC236}">
                <a16:creationId xmlns:a16="http://schemas.microsoft.com/office/drawing/2014/main" id="{3B7E42A8-6C02-554B-ED13-87AE9D3575CF}"/>
              </a:ext>
            </a:extLst>
          </p:cNvPr>
          <p:cNvSpPr/>
          <p:nvPr/>
        </p:nvSpPr>
        <p:spPr>
          <a:xfrm rot="10800000" flipH="1">
            <a:off x="8452022" y="972453"/>
            <a:ext cx="0" cy="674939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A7E6F6E1-4BBF-EED1-D1CE-586C1F3D83E2}"/>
              </a:ext>
            </a:extLst>
          </p:cNvPr>
          <p:cNvCxnSpPr/>
          <p:nvPr/>
        </p:nvCxnSpPr>
        <p:spPr>
          <a:xfrm flipH="1">
            <a:off x="8560629" y="788596"/>
            <a:ext cx="832651" cy="0"/>
          </a:xfrm>
          <a:prstGeom prst="line">
            <a:avLst/>
          </a:prstGeom>
          <a:ln w="9525">
            <a:solidFill>
              <a:schemeClr val="tx1"/>
            </a:solidFill>
            <a:headEnd type="triangle" w="sm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267BB251-52C5-58DC-F790-A59F77176F4F}"/>
              </a:ext>
            </a:extLst>
          </p:cNvPr>
          <p:cNvCxnSpPr>
            <a:cxnSpLocks/>
          </p:cNvCxnSpPr>
          <p:nvPr/>
        </p:nvCxnSpPr>
        <p:spPr>
          <a:xfrm>
            <a:off x="8580271" y="1798566"/>
            <a:ext cx="832651" cy="0"/>
          </a:xfrm>
          <a:prstGeom prst="line">
            <a:avLst/>
          </a:prstGeom>
          <a:ln w="9525">
            <a:solidFill>
              <a:schemeClr val="tx1"/>
            </a:solidFill>
            <a:headEnd type="triangle" w="sm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>
            <a:extLst>
              <a:ext uri="{FF2B5EF4-FFF2-40B4-BE49-F238E27FC236}">
                <a16:creationId xmlns:a16="http://schemas.microsoft.com/office/drawing/2014/main" id="{C24FF6E8-363A-5D5F-1C09-918A890C4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1104" y="614275"/>
            <a:ext cx="104775" cy="9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6">
            <a:extLst>
              <a:ext uri="{FF2B5EF4-FFF2-40B4-BE49-F238E27FC236}">
                <a16:creationId xmlns:a16="http://schemas.microsoft.com/office/drawing/2014/main" id="{B6A7E52B-E1EA-715A-250F-DB80E882B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929" y="945092"/>
            <a:ext cx="104775" cy="9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6">
            <a:extLst>
              <a:ext uri="{FF2B5EF4-FFF2-40B4-BE49-F238E27FC236}">
                <a16:creationId xmlns:a16="http://schemas.microsoft.com/office/drawing/2014/main" id="{DD6B8EFA-3145-2C4E-988A-EBF336601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9217" y="1508710"/>
            <a:ext cx="104775" cy="9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6">
            <a:extLst>
              <a:ext uri="{FF2B5EF4-FFF2-40B4-BE49-F238E27FC236}">
                <a16:creationId xmlns:a16="http://schemas.microsoft.com/office/drawing/2014/main" id="{A9FECDF7-C30B-9344-6066-F71D868F3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5836" y="1904463"/>
            <a:ext cx="104775" cy="9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Line 16 1 3 1 4">
            <a:extLst>
              <a:ext uri="{FF2B5EF4-FFF2-40B4-BE49-F238E27FC236}">
                <a16:creationId xmlns:a16="http://schemas.microsoft.com/office/drawing/2014/main" id="{B6B426F3-A740-AD8B-8DBB-F8F4E6B4B8E6}"/>
              </a:ext>
            </a:extLst>
          </p:cNvPr>
          <p:cNvSpPr/>
          <p:nvPr/>
        </p:nvSpPr>
        <p:spPr>
          <a:xfrm rot="10800000">
            <a:off x="612917" y="5214702"/>
            <a:ext cx="3632413" cy="0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9" name="Line 16 1 3 1 4">
            <a:extLst>
              <a:ext uri="{FF2B5EF4-FFF2-40B4-BE49-F238E27FC236}">
                <a16:creationId xmlns:a16="http://schemas.microsoft.com/office/drawing/2014/main" id="{65E452A0-FAC9-AC89-51C4-1DC7EE5C3348}"/>
              </a:ext>
            </a:extLst>
          </p:cNvPr>
          <p:cNvSpPr/>
          <p:nvPr/>
        </p:nvSpPr>
        <p:spPr>
          <a:xfrm rot="10800000" flipV="1">
            <a:off x="620658" y="4141712"/>
            <a:ext cx="1786950" cy="1037319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0" name="Line 16 1 3 1 4">
            <a:extLst>
              <a:ext uri="{FF2B5EF4-FFF2-40B4-BE49-F238E27FC236}">
                <a16:creationId xmlns:a16="http://schemas.microsoft.com/office/drawing/2014/main" id="{E472156D-B132-DF25-BD02-FCE90252DC12}"/>
              </a:ext>
            </a:extLst>
          </p:cNvPr>
          <p:cNvSpPr/>
          <p:nvPr/>
        </p:nvSpPr>
        <p:spPr>
          <a:xfrm rot="10800000" flipH="1" flipV="1">
            <a:off x="2385084" y="4141713"/>
            <a:ext cx="1860247" cy="1046000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2285B06E-031B-B54C-623A-CBF1F9ACAFBF}"/>
              </a:ext>
            </a:extLst>
          </p:cNvPr>
          <p:cNvGrpSpPr/>
          <p:nvPr/>
        </p:nvGrpSpPr>
        <p:grpSpPr>
          <a:xfrm>
            <a:off x="392584" y="5241693"/>
            <a:ext cx="375743" cy="284386"/>
            <a:chOff x="7265959" y="2965446"/>
            <a:chExt cx="375743" cy="284386"/>
          </a:xfrm>
        </p:grpSpPr>
        <p:sp>
          <p:nvSpPr>
            <p:cNvPr id="72" name="이등변 삼각형 71">
              <a:extLst>
                <a:ext uri="{FF2B5EF4-FFF2-40B4-BE49-F238E27FC236}">
                  <a16:creationId xmlns:a16="http://schemas.microsoft.com/office/drawing/2014/main" id="{3F0F3955-0294-937C-D125-B8266674BB08}"/>
                </a:ext>
              </a:extLst>
            </p:cNvPr>
            <p:cNvSpPr/>
            <p:nvPr/>
          </p:nvSpPr>
          <p:spPr>
            <a:xfrm>
              <a:off x="7383140" y="2965446"/>
              <a:ext cx="152287" cy="134096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F66AD3B4-36DC-3713-6C61-26C2224E59C7}"/>
                </a:ext>
              </a:extLst>
            </p:cNvPr>
            <p:cNvGrpSpPr/>
            <p:nvPr/>
          </p:nvGrpSpPr>
          <p:grpSpPr>
            <a:xfrm rot="5400000">
              <a:off x="7378686" y="2986816"/>
              <a:ext cx="150289" cy="375743"/>
              <a:chOff x="5794944" y="2079049"/>
              <a:chExt cx="630570" cy="790833"/>
            </a:xfrm>
          </p:grpSpPr>
          <p:sp>
            <p:nvSpPr>
              <p:cNvPr id="74" name="직사각형 73">
                <a:extLst>
                  <a:ext uri="{FF2B5EF4-FFF2-40B4-BE49-F238E27FC236}">
                    <a16:creationId xmlns:a16="http://schemas.microsoft.com/office/drawing/2014/main" id="{79B7B177-583A-F459-8B54-BBC2BA553030}"/>
                  </a:ext>
                </a:extLst>
              </p:cNvPr>
              <p:cNvSpPr/>
              <p:nvPr/>
            </p:nvSpPr>
            <p:spPr>
              <a:xfrm>
                <a:off x="5794944" y="2079049"/>
                <a:ext cx="630570" cy="790833"/>
              </a:xfrm>
              <a:prstGeom prst="rect">
                <a:avLst/>
              </a:pr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KoPubWorld바탕체_Pro Light" panose="00000300000000000000" pitchFamily="50" charset="-127"/>
                  <a:cs typeface="KoPubWorld바탕체_Pro Light" panose="00000300000000000000" pitchFamily="50" charset="-127"/>
                </a:endParaRPr>
              </a:p>
            </p:txBody>
          </p: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65E6B6E9-DDD3-6494-4489-6D586E5AFFCD}"/>
                  </a:ext>
                </a:extLst>
              </p:cNvPr>
              <p:cNvCxnSpPr/>
              <p:nvPr/>
            </p:nvCxnSpPr>
            <p:spPr>
              <a:xfrm>
                <a:off x="5794944" y="2079049"/>
                <a:ext cx="0" cy="79083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4358C24A-DA84-69C8-3128-6708B33D5108}"/>
              </a:ext>
            </a:extLst>
          </p:cNvPr>
          <p:cNvSpPr txBox="1"/>
          <p:nvPr/>
        </p:nvSpPr>
        <p:spPr>
          <a:xfrm flipH="1">
            <a:off x="366136" y="5013605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A</a:t>
            </a: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09015A00-7435-126D-E52A-C3DF6F1B42DB}"/>
              </a:ext>
            </a:extLst>
          </p:cNvPr>
          <p:cNvGrpSpPr/>
          <p:nvPr/>
        </p:nvGrpSpPr>
        <p:grpSpPr>
          <a:xfrm>
            <a:off x="4038279" y="5246617"/>
            <a:ext cx="375743" cy="284384"/>
            <a:chOff x="3671411" y="2965446"/>
            <a:chExt cx="375743" cy="284384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10306BE6-6C9F-756B-FAB1-761DC37186E1}"/>
                </a:ext>
              </a:extLst>
            </p:cNvPr>
            <p:cNvSpPr/>
            <p:nvPr/>
          </p:nvSpPr>
          <p:spPr>
            <a:xfrm>
              <a:off x="3792236" y="2965446"/>
              <a:ext cx="134096" cy="1340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grpSp>
          <p:nvGrpSpPr>
            <p:cNvPr id="79" name="그룹 78">
              <a:extLst>
                <a:ext uri="{FF2B5EF4-FFF2-40B4-BE49-F238E27FC236}">
                  <a16:creationId xmlns:a16="http://schemas.microsoft.com/office/drawing/2014/main" id="{1AD6ADD2-2E77-6F34-666B-8796D562C9FB}"/>
                </a:ext>
              </a:extLst>
            </p:cNvPr>
            <p:cNvGrpSpPr/>
            <p:nvPr/>
          </p:nvGrpSpPr>
          <p:grpSpPr>
            <a:xfrm rot="5400000">
              <a:off x="3784139" y="2986815"/>
              <a:ext cx="150287" cy="375743"/>
              <a:chOff x="5794944" y="2079049"/>
              <a:chExt cx="630570" cy="790833"/>
            </a:xfrm>
          </p:grpSpPr>
          <p:sp>
            <p:nvSpPr>
              <p:cNvPr id="80" name="직사각형 79">
                <a:extLst>
                  <a:ext uri="{FF2B5EF4-FFF2-40B4-BE49-F238E27FC236}">
                    <a16:creationId xmlns:a16="http://schemas.microsoft.com/office/drawing/2014/main" id="{B28B2747-756C-90C5-8309-F562497985EB}"/>
                  </a:ext>
                </a:extLst>
              </p:cNvPr>
              <p:cNvSpPr/>
              <p:nvPr/>
            </p:nvSpPr>
            <p:spPr>
              <a:xfrm>
                <a:off x="5794944" y="2079049"/>
                <a:ext cx="630570" cy="790833"/>
              </a:xfrm>
              <a:prstGeom prst="rect">
                <a:avLst/>
              </a:pr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KoPubWorld바탕체_Pro Light" panose="00000300000000000000" pitchFamily="50" charset="-127"/>
                  <a:cs typeface="KoPubWorld바탕체_Pro Light" panose="00000300000000000000" pitchFamily="50" charset="-127"/>
                </a:endParaRPr>
              </a:p>
            </p:txBody>
          </p:sp>
          <p:cxnSp>
            <p:nvCxnSpPr>
              <p:cNvPr id="81" name="직선 연결선 80">
                <a:extLst>
                  <a:ext uri="{FF2B5EF4-FFF2-40B4-BE49-F238E27FC236}">
                    <a16:creationId xmlns:a16="http://schemas.microsoft.com/office/drawing/2014/main" id="{DB071E92-E1F4-550D-EBD6-FB8926DF2769}"/>
                  </a:ext>
                </a:extLst>
              </p:cNvPr>
              <p:cNvCxnSpPr/>
              <p:nvPr/>
            </p:nvCxnSpPr>
            <p:spPr>
              <a:xfrm>
                <a:off x="5794944" y="2079049"/>
                <a:ext cx="0" cy="79083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7AC0B51A-1AB6-11DB-03B2-AFD857CB9850}"/>
              </a:ext>
            </a:extLst>
          </p:cNvPr>
          <p:cNvSpPr txBox="1"/>
          <p:nvPr/>
        </p:nvSpPr>
        <p:spPr>
          <a:xfrm flipH="1">
            <a:off x="3349027" y="4948686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D</a:t>
            </a:r>
          </a:p>
        </p:txBody>
      </p:sp>
      <p:sp>
        <p:nvSpPr>
          <p:cNvPr id="83" name="Line 16 1 3 1 4">
            <a:extLst>
              <a:ext uri="{FF2B5EF4-FFF2-40B4-BE49-F238E27FC236}">
                <a16:creationId xmlns:a16="http://schemas.microsoft.com/office/drawing/2014/main" id="{D9B8A509-4B19-A836-B9BF-9AE22D910936}"/>
              </a:ext>
            </a:extLst>
          </p:cNvPr>
          <p:cNvSpPr/>
          <p:nvPr/>
        </p:nvSpPr>
        <p:spPr>
          <a:xfrm rot="10800000" flipH="1">
            <a:off x="1506111" y="5243889"/>
            <a:ext cx="0" cy="414090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 dirty="0"/>
          </a:p>
        </p:txBody>
      </p:sp>
      <p:sp>
        <p:nvSpPr>
          <p:cNvPr id="84" name="Line 16 1 3 1 4">
            <a:extLst>
              <a:ext uri="{FF2B5EF4-FFF2-40B4-BE49-F238E27FC236}">
                <a16:creationId xmlns:a16="http://schemas.microsoft.com/office/drawing/2014/main" id="{B51F33DC-EEC5-A91E-D9B0-15068C3E26DB}"/>
              </a:ext>
            </a:extLst>
          </p:cNvPr>
          <p:cNvSpPr/>
          <p:nvPr/>
        </p:nvSpPr>
        <p:spPr>
          <a:xfrm rot="10800000" flipH="1" flipV="1">
            <a:off x="2391566" y="4133031"/>
            <a:ext cx="0" cy="1046000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5" name="Line 16 1 3 1 4">
            <a:extLst>
              <a:ext uri="{FF2B5EF4-FFF2-40B4-BE49-F238E27FC236}">
                <a16:creationId xmlns:a16="http://schemas.microsoft.com/office/drawing/2014/main" id="{6C7EBAB8-57B6-0DE4-792C-2267A15EBA37}"/>
              </a:ext>
            </a:extLst>
          </p:cNvPr>
          <p:cNvSpPr/>
          <p:nvPr/>
        </p:nvSpPr>
        <p:spPr>
          <a:xfrm rot="10800000" flipH="1" flipV="1">
            <a:off x="1506902" y="4688437"/>
            <a:ext cx="0" cy="522000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6" name="Line 16 1 3 1 4">
            <a:extLst>
              <a:ext uri="{FF2B5EF4-FFF2-40B4-BE49-F238E27FC236}">
                <a16:creationId xmlns:a16="http://schemas.microsoft.com/office/drawing/2014/main" id="{4BE07F35-F67B-4C62-D071-170E606E8E9C}"/>
              </a:ext>
            </a:extLst>
          </p:cNvPr>
          <p:cNvSpPr/>
          <p:nvPr/>
        </p:nvSpPr>
        <p:spPr>
          <a:xfrm rot="10800000" flipH="1" flipV="1">
            <a:off x="3359767" y="4696459"/>
            <a:ext cx="0" cy="522000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7" name="Line 16 1 3 1 4">
            <a:extLst>
              <a:ext uri="{FF2B5EF4-FFF2-40B4-BE49-F238E27FC236}">
                <a16:creationId xmlns:a16="http://schemas.microsoft.com/office/drawing/2014/main" id="{B7D20592-6B82-42DF-5003-F35F01E6CF29}"/>
              </a:ext>
            </a:extLst>
          </p:cNvPr>
          <p:cNvSpPr/>
          <p:nvPr/>
        </p:nvSpPr>
        <p:spPr>
          <a:xfrm rot="10800000" flipH="1" flipV="1">
            <a:off x="1506902" y="4718954"/>
            <a:ext cx="884663" cy="460078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8" name="Line 16 1 3 1 4">
            <a:extLst>
              <a:ext uri="{FF2B5EF4-FFF2-40B4-BE49-F238E27FC236}">
                <a16:creationId xmlns:a16="http://schemas.microsoft.com/office/drawing/2014/main" id="{7C6766BA-346A-CA49-99FC-171FA7BA3463}"/>
              </a:ext>
            </a:extLst>
          </p:cNvPr>
          <p:cNvSpPr/>
          <p:nvPr/>
        </p:nvSpPr>
        <p:spPr>
          <a:xfrm rot="10800000" flipH="1">
            <a:off x="2430544" y="4718647"/>
            <a:ext cx="884663" cy="460078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9" name="Line 16 1 3 1 4">
            <a:extLst>
              <a:ext uri="{FF2B5EF4-FFF2-40B4-BE49-F238E27FC236}">
                <a16:creationId xmlns:a16="http://schemas.microsoft.com/office/drawing/2014/main" id="{657605C6-B9C0-A270-6FBE-B3DA1C8B0FDE}"/>
              </a:ext>
            </a:extLst>
          </p:cNvPr>
          <p:cNvSpPr/>
          <p:nvPr/>
        </p:nvSpPr>
        <p:spPr>
          <a:xfrm rot="10800000" flipH="1">
            <a:off x="2396445" y="5251910"/>
            <a:ext cx="0" cy="414090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 dirty="0"/>
          </a:p>
        </p:txBody>
      </p:sp>
      <p:sp>
        <p:nvSpPr>
          <p:cNvPr id="90" name="Line 16 1 3 1 4">
            <a:extLst>
              <a:ext uri="{FF2B5EF4-FFF2-40B4-BE49-F238E27FC236}">
                <a16:creationId xmlns:a16="http://schemas.microsoft.com/office/drawing/2014/main" id="{FF565A55-7E66-46C9-A036-C979803830C7}"/>
              </a:ext>
            </a:extLst>
          </p:cNvPr>
          <p:cNvSpPr/>
          <p:nvPr/>
        </p:nvSpPr>
        <p:spPr>
          <a:xfrm rot="10800000" flipH="1">
            <a:off x="3350949" y="5243889"/>
            <a:ext cx="0" cy="414090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485E8A9-3DBC-9480-2080-7809982BE4E7}"/>
              </a:ext>
            </a:extLst>
          </p:cNvPr>
          <p:cNvSpPr txBox="1"/>
          <p:nvPr/>
        </p:nvSpPr>
        <p:spPr>
          <a:xfrm>
            <a:off x="1559940" y="5403271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25kN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92D9461-0833-A228-C392-269AE4E0A3B5}"/>
              </a:ext>
            </a:extLst>
          </p:cNvPr>
          <p:cNvSpPr txBox="1"/>
          <p:nvPr/>
        </p:nvSpPr>
        <p:spPr>
          <a:xfrm>
            <a:off x="2450275" y="5411292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50kN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D47D4A2-B171-BFCE-248F-6B6AB63D804A}"/>
              </a:ext>
            </a:extLst>
          </p:cNvPr>
          <p:cNvSpPr txBox="1"/>
          <p:nvPr/>
        </p:nvSpPr>
        <p:spPr>
          <a:xfrm>
            <a:off x="3404778" y="5435355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25kN</a:t>
            </a:r>
          </a:p>
        </p:txBody>
      </p: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9687491E-CA05-94F8-D242-B0A8670AF587}"/>
              </a:ext>
            </a:extLst>
          </p:cNvPr>
          <p:cNvGrpSpPr/>
          <p:nvPr/>
        </p:nvGrpSpPr>
        <p:grpSpPr>
          <a:xfrm rot="5400000">
            <a:off x="4368436" y="4220809"/>
            <a:ext cx="1077406" cy="901850"/>
            <a:chOff x="4011685" y="3478898"/>
            <a:chExt cx="1444816" cy="901850"/>
          </a:xfrm>
        </p:grpSpPr>
        <p:sp>
          <p:nvSpPr>
            <p:cNvPr id="95" name="Line 16 1 3 1 4">
              <a:extLst>
                <a:ext uri="{FF2B5EF4-FFF2-40B4-BE49-F238E27FC236}">
                  <a16:creationId xmlns:a16="http://schemas.microsoft.com/office/drawing/2014/main" id="{7BD06BBE-EDEB-6944-A814-68BC0616E62E}"/>
                </a:ext>
              </a:extLst>
            </p:cNvPr>
            <p:cNvSpPr/>
            <p:nvPr/>
          </p:nvSpPr>
          <p:spPr>
            <a:xfrm rot="10800000" flipH="1">
              <a:off x="4011689" y="4176357"/>
              <a:ext cx="1444811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6" name="Line 16 1 3 1 4">
              <a:extLst>
                <a:ext uri="{FF2B5EF4-FFF2-40B4-BE49-F238E27FC236}">
                  <a16:creationId xmlns:a16="http://schemas.microsoft.com/office/drawing/2014/main" id="{47CE8EAB-2DE6-8CC7-2391-88EE3EFDF2FD}"/>
                </a:ext>
              </a:extLst>
            </p:cNvPr>
            <p:cNvSpPr/>
            <p:nvPr/>
          </p:nvSpPr>
          <p:spPr>
            <a:xfrm rot="10800000" flipH="1">
              <a:off x="4011685" y="4023949"/>
              <a:ext cx="0" cy="300801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7" name="Line 16 1 3 1 4">
              <a:extLst>
                <a:ext uri="{FF2B5EF4-FFF2-40B4-BE49-F238E27FC236}">
                  <a16:creationId xmlns:a16="http://schemas.microsoft.com/office/drawing/2014/main" id="{7B226E6B-DBEC-C01F-D195-A9BB5D6C2B12}"/>
                </a:ext>
              </a:extLst>
            </p:cNvPr>
            <p:cNvSpPr/>
            <p:nvPr/>
          </p:nvSpPr>
          <p:spPr>
            <a:xfrm rot="10800000" flipH="1">
              <a:off x="5456501" y="4023950"/>
              <a:ext cx="0" cy="30079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C564C48-3DF6-407D-2171-764F83D9B74E}"/>
                </a:ext>
              </a:extLst>
            </p:cNvPr>
            <p:cNvSpPr txBox="1"/>
            <p:nvPr/>
          </p:nvSpPr>
          <p:spPr>
            <a:xfrm rot="16200000">
              <a:off x="4318405" y="3744093"/>
              <a:ext cx="901850" cy="37145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  <a:cs typeface="KoPubWorld바탕체_Pro Light" panose="00000300000000000000" pitchFamily="50" charset="-127"/>
                </a:rPr>
                <a:t>2@3m</a:t>
              </a:r>
            </a:p>
          </p:txBody>
        </p: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7F856183-F6A6-6ADC-D6E2-77EE8289FC2E}"/>
              </a:ext>
            </a:extLst>
          </p:cNvPr>
          <p:cNvGrpSpPr/>
          <p:nvPr/>
        </p:nvGrpSpPr>
        <p:grpSpPr>
          <a:xfrm rot="10800000">
            <a:off x="596873" y="5871727"/>
            <a:ext cx="3632413" cy="386096"/>
            <a:chOff x="4011685" y="4023949"/>
            <a:chExt cx="1444816" cy="300801"/>
          </a:xfrm>
        </p:grpSpPr>
        <p:sp>
          <p:nvSpPr>
            <p:cNvPr id="104" name="Line 16 1 3 1 4">
              <a:extLst>
                <a:ext uri="{FF2B5EF4-FFF2-40B4-BE49-F238E27FC236}">
                  <a16:creationId xmlns:a16="http://schemas.microsoft.com/office/drawing/2014/main" id="{CD4F6BE2-0D23-3297-C514-AE9EB0FE9F65}"/>
                </a:ext>
              </a:extLst>
            </p:cNvPr>
            <p:cNvSpPr/>
            <p:nvPr/>
          </p:nvSpPr>
          <p:spPr>
            <a:xfrm rot="10800000" flipH="1">
              <a:off x="4011689" y="4176357"/>
              <a:ext cx="1444811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5" name="Line 16 1 3 1 4">
              <a:extLst>
                <a:ext uri="{FF2B5EF4-FFF2-40B4-BE49-F238E27FC236}">
                  <a16:creationId xmlns:a16="http://schemas.microsoft.com/office/drawing/2014/main" id="{3A3A039D-4D74-3222-856A-793530AA9295}"/>
                </a:ext>
              </a:extLst>
            </p:cNvPr>
            <p:cNvSpPr/>
            <p:nvPr/>
          </p:nvSpPr>
          <p:spPr>
            <a:xfrm rot="10800000" flipH="1">
              <a:off x="4011685" y="4023949"/>
              <a:ext cx="0" cy="300801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6" name="Line 16 1 3 1 4">
              <a:extLst>
                <a:ext uri="{FF2B5EF4-FFF2-40B4-BE49-F238E27FC236}">
                  <a16:creationId xmlns:a16="http://schemas.microsoft.com/office/drawing/2014/main" id="{9BBAF34F-D9DF-F0F7-5E17-601A87896582}"/>
                </a:ext>
              </a:extLst>
            </p:cNvPr>
            <p:cNvSpPr/>
            <p:nvPr/>
          </p:nvSpPr>
          <p:spPr>
            <a:xfrm rot="10800000" flipH="1">
              <a:off x="5456501" y="4023950"/>
              <a:ext cx="0" cy="30079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3521BB2E-7357-CBDB-AEF6-3FB7641EFC30}"/>
                </a:ext>
              </a:extLst>
            </p:cNvPr>
            <p:cNvSpPr txBox="1"/>
            <p:nvPr/>
          </p:nvSpPr>
          <p:spPr>
            <a:xfrm rot="10800000">
              <a:off x="4538977" y="4059273"/>
              <a:ext cx="275206" cy="21580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  <a:cs typeface="KoPubWorld바탕체_Pro Light" panose="00000300000000000000" pitchFamily="50" charset="-127"/>
                </a:rPr>
                <a:t>4@4m</a:t>
              </a:r>
            </a:p>
          </p:txBody>
        </p:sp>
      </p:grpSp>
      <p:sp>
        <p:nvSpPr>
          <p:cNvPr id="108" name="Line 16 1 3 1 4">
            <a:extLst>
              <a:ext uri="{FF2B5EF4-FFF2-40B4-BE49-F238E27FC236}">
                <a16:creationId xmlns:a16="http://schemas.microsoft.com/office/drawing/2014/main" id="{83F57727-6F9D-2961-283E-384EE304138A}"/>
              </a:ext>
            </a:extLst>
          </p:cNvPr>
          <p:cNvSpPr/>
          <p:nvPr/>
        </p:nvSpPr>
        <p:spPr>
          <a:xfrm rot="10800000">
            <a:off x="6477050" y="5040594"/>
            <a:ext cx="3632413" cy="0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9" name="Line 16 1 3 1 4">
            <a:extLst>
              <a:ext uri="{FF2B5EF4-FFF2-40B4-BE49-F238E27FC236}">
                <a16:creationId xmlns:a16="http://schemas.microsoft.com/office/drawing/2014/main" id="{4E2409B5-F5CD-6487-DE8B-D5D7322557E9}"/>
              </a:ext>
            </a:extLst>
          </p:cNvPr>
          <p:cNvSpPr/>
          <p:nvPr/>
        </p:nvSpPr>
        <p:spPr>
          <a:xfrm rot="10800000" flipV="1">
            <a:off x="6484790" y="4345771"/>
            <a:ext cx="841671" cy="659152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0" name="Line 16 1 3 1 4">
            <a:extLst>
              <a:ext uri="{FF2B5EF4-FFF2-40B4-BE49-F238E27FC236}">
                <a16:creationId xmlns:a16="http://schemas.microsoft.com/office/drawing/2014/main" id="{3BA52859-0085-0FAF-B8C6-6249D03204B5}"/>
              </a:ext>
            </a:extLst>
          </p:cNvPr>
          <p:cNvSpPr/>
          <p:nvPr/>
        </p:nvSpPr>
        <p:spPr>
          <a:xfrm rot="10800000" flipH="1" flipV="1">
            <a:off x="9256294" y="4338664"/>
            <a:ext cx="853169" cy="674940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076A6D4E-6D41-960B-A225-A7F3F1CD9036}"/>
              </a:ext>
            </a:extLst>
          </p:cNvPr>
          <p:cNvGrpSpPr/>
          <p:nvPr/>
        </p:nvGrpSpPr>
        <p:grpSpPr>
          <a:xfrm>
            <a:off x="6256717" y="5067585"/>
            <a:ext cx="375743" cy="284386"/>
            <a:chOff x="7265959" y="2965446"/>
            <a:chExt cx="375743" cy="284386"/>
          </a:xfrm>
        </p:grpSpPr>
        <p:sp>
          <p:nvSpPr>
            <p:cNvPr id="112" name="이등변 삼각형 111">
              <a:extLst>
                <a:ext uri="{FF2B5EF4-FFF2-40B4-BE49-F238E27FC236}">
                  <a16:creationId xmlns:a16="http://schemas.microsoft.com/office/drawing/2014/main" id="{4A928081-8BB1-CD42-5538-79C1AC52CA18}"/>
                </a:ext>
              </a:extLst>
            </p:cNvPr>
            <p:cNvSpPr/>
            <p:nvPr/>
          </p:nvSpPr>
          <p:spPr>
            <a:xfrm>
              <a:off x="7383140" y="2965446"/>
              <a:ext cx="152287" cy="134096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C1D622EE-A7D6-4DA8-DA69-F48F411607D4}"/>
                </a:ext>
              </a:extLst>
            </p:cNvPr>
            <p:cNvGrpSpPr/>
            <p:nvPr/>
          </p:nvGrpSpPr>
          <p:grpSpPr>
            <a:xfrm rot="5400000">
              <a:off x="7378686" y="2986816"/>
              <a:ext cx="150289" cy="375743"/>
              <a:chOff x="5794944" y="2079049"/>
              <a:chExt cx="630570" cy="790833"/>
            </a:xfrm>
          </p:grpSpPr>
          <p:sp>
            <p:nvSpPr>
              <p:cNvPr id="114" name="직사각형 113">
                <a:extLst>
                  <a:ext uri="{FF2B5EF4-FFF2-40B4-BE49-F238E27FC236}">
                    <a16:creationId xmlns:a16="http://schemas.microsoft.com/office/drawing/2014/main" id="{C99CC3C1-3CB1-807B-2C07-0F46D93CFBA4}"/>
                  </a:ext>
                </a:extLst>
              </p:cNvPr>
              <p:cNvSpPr/>
              <p:nvPr/>
            </p:nvSpPr>
            <p:spPr>
              <a:xfrm>
                <a:off x="5794944" y="2079049"/>
                <a:ext cx="630570" cy="790833"/>
              </a:xfrm>
              <a:prstGeom prst="rect">
                <a:avLst/>
              </a:pr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C5610788-E935-C0A6-95A2-B4A9BC48EC5C}"/>
                  </a:ext>
                </a:extLst>
              </p:cNvPr>
              <p:cNvCxnSpPr/>
              <p:nvPr/>
            </p:nvCxnSpPr>
            <p:spPr>
              <a:xfrm>
                <a:off x="5794944" y="2079049"/>
                <a:ext cx="0" cy="79083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id="{AD00CF96-E310-B6AC-71E2-80A2D4916435}"/>
              </a:ext>
            </a:extLst>
          </p:cNvPr>
          <p:cNvSpPr txBox="1"/>
          <p:nvPr/>
        </p:nvSpPr>
        <p:spPr>
          <a:xfrm flipH="1">
            <a:off x="6230269" y="4839497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A</a:t>
            </a:r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CEA33275-C08B-0A60-2BC2-57AC4D30CC45}"/>
              </a:ext>
            </a:extLst>
          </p:cNvPr>
          <p:cNvGrpSpPr/>
          <p:nvPr/>
        </p:nvGrpSpPr>
        <p:grpSpPr>
          <a:xfrm>
            <a:off x="9902412" y="5072509"/>
            <a:ext cx="375743" cy="284384"/>
            <a:chOff x="3671411" y="2965446"/>
            <a:chExt cx="375743" cy="284384"/>
          </a:xfrm>
        </p:grpSpPr>
        <p:sp>
          <p:nvSpPr>
            <p:cNvPr id="118" name="타원 117">
              <a:extLst>
                <a:ext uri="{FF2B5EF4-FFF2-40B4-BE49-F238E27FC236}">
                  <a16:creationId xmlns:a16="http://schemas.microsoft.com/office/drawing/2014/main" id="{AF107636-D63B-ED7C-BCB4-860269D16474}"/>
                </a:ext>
              </a:extLst>
            </p:cNvPr>
            <p:cNvSpPr/>
            <p:nvPr/>
          </p:nvSpPr>
          <p:spPr>
            <a:xfrm>
              <a:off x="3792236" y="2965446"/>
              <a:ext cx="134096" cy="1340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A5960998-621A-A193-152F-A9ADAB968422}"/>
                </a:ext>
              </a:extLst>
            </p:cNvPr>
            <p:cNvGrpSpPr/>
            <p:nvPr/>
          </p:nvGrpSpPr>
          <p:grpSpPr>
            <a:xfrm rot="5400000">
              <a:off x="3784139" y="2986815"/>
              <a:ext cx="150287" cy="375743"/>
              <a:chOff x="5794944" y="2079049"/>
              <a:chExt cx="630570" cy="790833"/>
            </a:xfrm>
          </p:grpSpPr>
          <p:sp>
            <p:nvSpPr>
              <p:cNvPr id="120" name="직사각형 119">
                <a:extLst>
                  <a:ext uri="{FF2B5EF4-FFF2-40B4-BE49-F238E27FC236}">
                    <a16:creationId xmlns:a16="http://schemas.microsoft.com/office/drawing/2014/main" id="{E71DF39D-63F2-E475-FCA3-32ADE3CF4F66}"/>
                  </a:ext>
                </a:extLst>
              </p:cNvPr>
              <p:cNvSpPr/>
              <p:nvPr/>
            </p:nvSpPr>
            <p:spPr>
              <a:xfrm>
                <a:off x="5794944" y="2079049"/>
                <a:ext cx="630570" cy="790833"/>
              </a:xfrm>
              <a:prstGeom prst="rect">
                <a:avLst/>
              </a:pr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21" name="직선 연결선 120">
                <a:extLst>
                  <a:ext uri="{FF2B5EF4-FFF2-40B4-BE49-F238E27FC236}">
                    <a16:creationId xmlns:a16="http://schemas.microsoft.com/office/drawing/2014/main" id="{E308CB1F-B868-00B3-671C-470A93E2E0DE}"/>
                  </a:ext>
                </a:extLst>
              </p:cNvPr>
              <p:cNvCxnSpPr/>
              <p:nvPr/>
            </p:nvCxnSpPr>
            <p:spPr>
              <a:xfrm>
                <a:off x="5794944" y="2079049"/>
                <a:ext cx="0" cy="79083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2" name="Line 16 1 3 1 4">
            <a:extLst>
              <a:ext uri="{FF2B5EF4-FFF2-40B4-BE49-F238E27FC236}">
                <a16:creationId xmlns:a16="http://schemas.microsoft.com/office/drawing/2014/main" id="{35C8E4A0-1D3D-0D95-805B-4F54EF7529BB}"/>
              </a:ext>
            </a:extLst>
          </p:cNvPr>
          <p:cNvSpPr/>
          <p:nvPr/>
        </p:nvSpPr>
        <p:spPr>
          <a:xfrm rot="10800000" flipH="1">
            <a:off x="7370244" y="5069781"/>
            <a:ext cx="0" cy="414090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Line 16 1 3 1 4">
            <a:extLst>
              <a:ext uri="{FF2B5EF4-FFF2-40B4-BE49-F238E27FC236}">
                <a16:creationId xmlns:a16="http://schemas.microsoft.com/office/drawing/2014/main" id="{FD12D589-A690-5B02-C215-5A2627E50C53}"/>
              </a:ext>
            </a:extLst>
          </p:cNvPr>
          <p:cNvSpPr/>
          <p:nvPr/>
        </p:nvSpPr>
        <p:spPr>
          <a:xfrm rot="10800000" flipH="1" flipV="1">
            <a:off x="8255699" y="3958923"/>
            <a:ext cx="0" cy="1046000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4" name="Line 16 1 3 1 4">
            <a:extLst>
              <a:ext uri="{FF2B5EF4-FFF2-40B4-BE49-F238E27FC236}">
                <a16:creationId xmlns:a16="http://schemas.microsoft.com/office/drawing/2014/main" id="{D99CCEA0-BE12-4BF0-6095-BDB9CBBFA353}"/>
              </a:ext>
            </a:extLst>
          </p:cNvPr>
          <p:cNvSpPr/>
          <p:nvPr/>
        </p:nvSpPr>
        <p:spPr>
          <a:xfrm rot="10800000" flipH="1" flipV="1">
            <a:off x="7371035" y="4345771"/>
            <a:ext cx="0" cy="690558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5" name="Line 16 1 3 1 4">
            <a:extLst>
              <a:ext uri="{FF2B5EF4-FFF2-40B4-BE49-F238E27FC236}">
                <a16:creationId xmlns:a16="http://schemas.microsoft.com/office/drawing/2014/main" id="{527BCC35-2DDE-51F7-C239-F3BDBB9051F2}"/>
              </a:ext>
            </a:extLst>
          </p:cNvPr>
          <p:cNvSpPr/>
          <p:nvPr/>
        </p:nvSpPr>
        <p:spPr>
          <a:xfrm rot="10800000" flipH="1" flipV="1">
            <a:off x="9215082" y="4345771"/>
            <a:ext cx="8818" cy="698580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6" name="Line 16 1 3 1 4">
            <a:extLst>
              <a:ext uri="{FF2B5EF4-FFF2-40B4-BE49-F238E27FC236}">
                <a16:creationId xmlns:a16="http://schemas.microsoft.com/office/drawing/2014/main" id="{DEF54140-AD9E-EE67-9F9F-ACB80D14D269}"/>
              </a:ext>
            </a:extLst>
          </p:cNvPr>
          <p:cNvSpPr/>
          <p:nvPr/>
        </p:nvSpPr>
        <p:spPr>
          <a:xfrm rot="10800000" flipH="1">
            <a:off x="7387076" y="3958922"/>
            <a:ext cx="843743" cy="1108659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7" name="Line 16 1 3 1 4">
            <a:extLst>
              <a:ext uri="{FF2B5EF4-FFF2-40B4-BE49-F238E27FC236}">
                <a16:creationId xmlns:a16="http://schemas.microsoft.com/office/drawing/2014/main" id="{ADECD398-D471-49C5-91CC-ED8F86689A79}"/>
              </a:ext>
            </a:extLst>
          </p:cNvPr>
          <p:cNvSpPr/>
          <p:nvPr/>
        </p:nvSpPr>
        <p:spPr>
          <a:xfrm rot="10800000" flipH="1" flipV="1">
            <a:off x="8310896" y="3958922"/>
            <a:ext cx="913002" cy="379741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8" name="Line 16 1 3 1 4">
            <a:extLst>
              <a:ext uri="{FF2B5EF4-FFF2-40B4-BE49-F238E27FC236}">
                <a16:creationId xmlns:a16="http://schemas.microsoft.com/office/drawing/2014/main" id="{5BDCDD1D-B79B-2D26-229B-785CEF0E89DE}"/>
              </a:ext>
            </a:extLst>
          </p:cNvPr>
          <p:cNvSpPr/>
          <p:nvPr/>
        </p:nvSpPr>
        <p:spPr>
          <a:xfrm rot="10800000" flipH="1">
            <a:off x="8260578" y="5077802"/>
            <a:ext cx="0" cy="414090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Line 16 1 3 1 4">
            <a:extLst>
              <a:ext uri="{FF2B5EF4-FFF2-40B4-BE49-F238E27FC236}">
                <a16:creationId xmlns:a16="http://schemas.microsoft.com/office/drawing/2014/main" id="{873169F2-862A-29D0-E11B-6447B765F9E7}"/>
              </a:ext>
            </a:extLst>
          </p:cNvPr>
          <p:cNvSpPr/>
          <p:nvPr/>
        </p:nvSpPr>
        <p:spPr>
          <a:xfrm rot="10800000" flipH="1">
            <a:off x="9215082" y="5069781"/>
            <a:ext cx="0" cy="414090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38120405-2CE9-8E65-0047-C6A37EA3873C}"/>
              </a:ext>
            </a:extLst>
          </p:cNvPr>
          <p:cNvSpPr txBox="1"/>
          <p:nvPr/>
        </p:nvSpPr>
        <p:spPr>
          <a:xfrm>
            <a:off x="7424073" y="5229163"/>
            <a:ext cx="4491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6kN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71DED0D1-0AF5-1EB8-F5F3-C5B75E19E16D}"/>
              </a:ext>
            </a:extLst>
          </p:cNvPr>
          <p:cNvSpPr txBox="1"/>
          <p:nvPr/>
        </p:nvSpPr>
        <p:spPr>
          <a:xfrm>
            <a:off x="8314408" y="5237184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12kN</a:t>
            </a:r>
            <a:endParaRPr lang="en-US" sz="1200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E876D8B8-D385-1D56-9287-9DD62CB48CF0}"/>
              </a:ext>
            </a:extLst>
          </p:cNvPr>
          <p:cNvSpPr txBox="1"/>
          <p:nvPr/>
        </p:nvSpPr>
        <p:spPr>
          <a:xfrm>
            <a:off x="9268911" y="5261247"/>
            <a:ext cx="4491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6</a:t>
            </a:r>
            <a:r>
              <a:rPr lang="en-US" sz="1200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kN</a:t>
            </a:r>
            <a:endParaRPr lang="en-US" sz="1200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CB5BD2D7-A8B3-B9BD-4015-8C1050F74F50}"/>
              </a:ext>
            </a:extLst>
          </p:cNvPr>
          <p:cNvGrpSpPr/>
          <p:nvPr/>
        </p:nvGrpSpPr>
        <p:grpSpPr>
          <a:xfrm rot="10800000">
            <a:off x="6444588" y="5655226"/>
            <a:ext cx="3632413" cy="386096"/>
            <a:chOff x="4011685" y="4023949"/>
            <a:chExt cx="1444816" cy="300801"/>
          </a:xfrm>
        </p:grpSpPr>
        <p:sp>
          <p:nvSpPr>
            <p:cNvPr id="134" name="Line 16 1 3 1 4">
              <a:extLst>
                <a:ext uri="{FF2B5EF4-FFF2-40B4-BE49-F238E27FC236}">
                  <a16:creationId xmlns:a16="http://schemas.microsoft.com/office/drawing/2014/main" id="{AE299DB0-DF63-2B84-A830-6B53D8084ACF}"/>
                </a:ext>
              </a:extLst>
            </p:cNvPr>
            <p:cNvSpPr/>
            <p:nvPr/>
          </p:nvSpPr>
          <p:spPr>
            <a:xfrm rot="10800000" flipH="1">
              <a:off x="4011689" y="4176357"/>
              <a:ext cx="1444811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5" name="Line 16 1 3 1 4">
              <a:extLst>
                <a:ext uri="{FF2B5EF4-FFF2-40B4-BE49-F238E27FC236}">
                  <a16:creationId xmlns:a16="http://schemas.microsoft.com/office/drawing/2014/main" id="{0502FF37-D337-9255-E276-4B0B850745F3}"/>
                </a:ext>
              </a:extLst>
            </p:cNvPr>
            <p:cNvSpPr/>
            <p:nvPr/>
          </p:nvSpPr>
          <p:spPr>
            <a:xfrm rot="10800000" flipH="1">
              <a:off x="4011685" y="4023949"/>
              <a:ext cx="0" cy="300801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6" name="Line 16 1 3 1 4">
              <a:extLst>
                <a:ext uri="{FF2B5EF4-FFF2-40B4-BE49-F238E27FC236}">
                  <a16:creationId xmlns:a16="http://schemas.microsoft.com/office/drawing/2014/main" id="{A668903A-3E6A-8E01-1979-C622ACCE3F48}"/>
                </a:ext>
              </a:extLst>
            </p:cNvPr>
            <p:cNvSpPr/>
            <p:nvPr/>
          </p:nvSpPr>
          <p:spPr>
            <a:xfrm rot="10800000" flipH="1">
              <a:off x="5456501" y="4023950"/>
              <a:ext cx="0" cy="30079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1B5BA9FB-AF04-C71C-F12D-2D602F90FA6F}"/>
                </a:ext>
              </a:extLst>
            </p:cNvPr>
            <p:cNvSpPr txBox="1"/>
            <p:nvPr/>
          </p:nvSpPr>
          <p:spPr>
            <a:xfrm rot="10800000">
              <a:off x="4538977" y="4059273"/>
              <a:ext cx="275206" cy="21580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Times New Roman" panose="02020603050405020304" pitchFamily="18" charset="0"/>
                  <a:ea typeface="KoPubWorld바탕체_Pro Light" panose="00000300000000000000" pitchFamily="50" charset="-127"/>
                  <a:cs typeface="Times New Roman" panose="02020603050405020304" pitchFamily="18" charset="0"/>
                </a:rPr>
                <a:t>4@3m</a:t>
              </a:r>
              <a:endPara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331A6406-26C8-A6A0-0BF7-09E6715A8E78}"/>
              </a:ext>
            </a:extLst>
          </p:cNvPr>
          <p:cNvGrpSpPr/>
          <p:nvPr/>
        </p:nvGrpSpPr>
        <p:grpSpPr>
          <a:xfrm rot="5400000">
            <a:off x="9853125" y="4293691"/>
            <a:ext cx="1077406" cy="451303"/>
            <a:chOff x="4011685" y="3929443"/>
            <a:chExt cx="1444816" cy="451303"/>
          </a:xfrm>
        </p:grpSpPr>
        <p:sp>
          <p:nvSpPr>
            <p:cNvPr id="139" name="Line 16 1 3 1 4">
              <a:extLst>
                <a:ext uri="{FF2B5EF4-FFF2-40B4-BE49-F238E27FC236}">
                  <a16:creationId xmlns:a16="http://schemas.microsoft.com/office/drawing/2014/main" id="{FD6110BA-8D96-8E00-D188-59409DE29925}"/>
                </a:ext>
              </a:extLst>
            </p:cNvPr>
            <p:cNvSpPr/>
            <p:nvPr/>
          </p:nvSpPr>
          <p:spPr>
            <a:xfrm rot="10800000" flipH="1">
              <a:off x="4011689" y="4176357"/>
              <a:ext cx="1444811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40" name="Line 16 1 3 1 4">
              <a:extLst>
                <a:ext uri="{FF2B5EF4-FFF2-40B4-BE49-F238E27FC236}">
                  <a16:creationId xmlns:a16="http://schemas.microsoft.com/office/drawing/2014/main" id="{E8BF1614-02C6-E6AB-F338-6D6BCB2930D7}"/>
                </a:ext>
              </a:extLst>
            </p:cNvPr>
            <p:cNvSpPr/>
            <p:nvPr/>
          </p:nvSpPr>
          <p:spPr>
            <a:xfrm rot="10800000" flipH="1">
              <a:off x="4011685" y="4023949"/>
              <a:ext cx="0" cy="300801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41" name="Line 16 1 3 1 4">
              <a:extLst>
                <a:ext uri="{FF2B5EF4-FFF2-40B4-BE49-F238E27FC236}">
                  <a16:creationId xmlns:a16="http://schemas.microsoft.com/office/drawing/2014/main" id="{382BA96A-22A7-0B7E-EAEB-F26C9DB3B4D0}"/>
                </a:ext>
              </a:extLst>
            </p:cNvPr>
            <p:cNvSpPr/>
            <p:nvPr/>
          </p:nvSpPr>
          <p:spPr>
            <a:xfrm rot="10800000" flipH="1">
              <a:off x="5456501" y="4023950"/>
              <a:ext cx="0" cy="30079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C1BAF10B-1500-7746-1CD7-DDB8E92EFB89}"/>
                </a:ext>
              </a:extLst>
            </p:cNvPr>
            <p:cNvSpPr txBox="1"/>
            <p:nvPr/>
          </p:nvSpPr>
          <p:spPr>
            <a:xfrm rot="16200000">
              <a:off x="4543678" y="3969365"/>
              <a:ext cx="451303" cy="37145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ea typeface="KoPubWorld바탕체_Pro Light" panose="00000300000000000000" pitchFamily="50" charset="-127"/>
                  <a:cs typeface="Times New Roman" panose="02020603050405020304" pitchFamily="18" charset="0"/>
                </a:rPr>
                <a:t>4</a:t>
              </a:r>
              <a:r>
                <a:rPr lang="en-US" sz="1200" dirty="0" smtClean="0">
                  <a:latin typeface="Times New Roman" panose="02020603050405020304" pitchFamily="18" charset="0"/>
                  <a:ea typeface="KoPubWorld바탕체_Pro Light" panose="00000300000000000000" pitchFamily="50" charset="-127"/>
                  <a:cs typeface="Times New Roman" panose="02020603050405020304" pitchFamily="18" charset="0"/>
                </a:rPr>
                <a:t>m</a:t>
              </a:r>
              <a:endPara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143" name="Line 16 1 3 1 4">
            <a:extLst>
              <a:ext uri="{FF2B5EF4-FFF2-40B4-BE49-F238E27FC236}">
                <a16:creationId xmlns:a16="http://schemas.microsoft.com/office/drawing/2014/main" id="{08A2BD21-ED10-7671-3982-858CFAE86531}"/>
              </a:ext>
            </a:extLst>
          </p:cNvPr>
          <p:cNvSpPr/>
          <p:nvPr/>
        </p:nvSpPr>
        <p:spPr>
          <a:xfrm rot="10800000" flipV="1">
            <a:off x="7344857" y="3929270"/>
            <a:ext cx="949999" cy="416501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4" name="Line 16 1 3 1 4">
            <a:extLst>
              <a:ext uri="{FF2B5EF4-FFF2-40B4-BE49-F238E27FC236}">
                <a16:creationId xmlns:a16="http://schemas.microsoft.com/office/drawing/2014/main" id="{5926A382-3717-854B-DABA-5C004A133F27}"/>
              </a:ext>
            </a:extLst>
          </p:cNvPr>
          <p:cNvSpPr/>
          <p:nvPr/>
        </p:nvSpPr>
        <p:spPr>
          <a:xfrm rot="10800000">
            <a:off x="8294857" y="3933027"/>
            <a:ext cx="843743" cy="1108659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145" name="그룹 144">
            <a:extLst>
              <a:ext uri="{FF2B5EF4-FFF2-40B4-BE49-F238E27FC236}">
                <a16:creationId xmlns:a16="http://schemas.microsoft.com/office/drawing/2014/main" id="{BA9F1D7C-3CE7-B786-7EAF-67D4FEFD75B3}"/>
              </a:ext>
            </a:extLst>
          </p:cNvPr>
          <p:cNvGrpSpPr/>
          <p:nvPr/>
        </p:nvGrpSpPr>
        <p:grpSpPr>
          <a:xfrm rot="5400000">
            <a:off x="5841518" y="4502840"/>
            <a:ext cx="721810" cy="451303"/>
            <a:chOff x="4011685" y="3929438"/>
            <a:chExt cx="1444816" cy="451303"/>
          </a:xfrm>
        </p:grpSpPr>
        <p:sp>
          <p:nvSpPr>
            <p:cNvPr id="146" name="Line 16 1 3 1 4">
              <a:extLst>
                <a:ext uri="{FF2B5EF4-FFF2-40B4-BE49-F238E27FC236}">
                  <a16:creationId xmlns:a16="http://schemas.microsoft.com/office/drawing/2014/main" id="{0886F488-23EA-3263-4275-BBB32A385233}"/>
                </a:ext>
              </a:extLst>
            </p:cNvPr>
            <p:cNvSpPr/>
            <p:nvPr/>
          </p:nvSpPr>
          <p:spPr>
            <a:xfrm rot="10800000" flipH="1">
              <a:off x="4011689" y="4176357"/>
              <a:ext cx="1444811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47" name="Line 16 1 3 1 4">
              <a:extLst>
                <a:ext uri="{FF2B5EF4-FFF2-40B4-BE49-F238E27FC236}">
                  <a16:creationId xmlns:a16="http://schemas.microsoft.com/office/drawing/2014/main" id="{D901DFC2-4DAC-7527-2046-02227B714307}"/>
                </a:ext>
              </a:extLst>
            </p:cNvPr>
            <p:cNvSpPr/>
            <p:nvPr/>
          </p:nvSpPr>
          <p:spPr>
            <a:xfrm rot="10800000" flipH="1">
              <a:off x="4011685" y="4023949"/>
              <a:ext cx="0" cy="300801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48" name="Line 16 1 3 1 4">
              <a:extLst>
                <a:ext uri="{FF2B5EF4-FFF2-40B4-BE49-F238E27FC236}">
                  <a16:creationId xmlns:a16="http://schemas.microsoft.com/office/drawing/2014/main" id="{E02CD3AC-8104-8E37-5149-3BAF0AA8A0CA}"/>
                </a:ext>
              </a:extLst>
            </p:cNvPr>
            <p:cNvSpPr/>
            <p:nvPr/>
          </p:nvSpPr>
          <p:spPr>
            <a:xfrm rot="10800000" flipH="1">
              <a:off x="5456501" y="4023950"/>
              <a:ext cx="0" cy="30079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C5AFA201-4540-3AF0-CD3F-36ABD29AA098}"/>
                </a:ext>
              </a:extLst>
            </p:cNvPr>
            <p:cNvSpPr txBox="1"/>
            <p:nvPr/>
          </p:nvSpPr>
          <p:spPr>
            <a:xfrm rot="16200000">
              <a:off x="4474624" y="3877861"/>
              <a:ext cx="451303" cy="55445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ea typeface="KoPubWorld바탕체_Pro Light" panose="00000300000000000000" pitchFamily="50" charset="-127"/>
                  <a:cs typeface="Times New Roman" panose="02020603050405020304" pitchFamily="18" charset="0"/>
                </a:rPr>
                <a:t>2</a:t>
              </a:r>
              <a:r>
                <a:rPr lang="en-US" sz="1200" dirty="0" smtClean="0">
                  <a:latin typeface="Times New Roman" panose="02020603050405020304" pitchFamily="18" charset="0"/>
                  <a:ea typeface="KoPubWorld바탕체_Pro Light" panose="00000300000000000000" pitchFamily="50" charset="-127"/>
                  <a:cs typeface="Times New Roman" panose="02020603050405020304" pitchFamily="18" charset="0"/>
                </a:rPr>
                <a:t>m</a:t>
              </a:r>
              <a:endPara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150" name="타원 149">
            <a:extLst>
              <a:ext uri="{FF2B5EF4-FFF2-40B4-BE49-F238E27FC236}">
                <a16:creationId xmlns:a16="http://schemas.microsoft.com/office/drawing/2014/main" id="{51E5059F-D75A-C0A3-7FAA-737B2A6489A6}"/>
              </a:ext>
            </a:extLst>
          </p:cNvPr>
          <p:cNvSpPr/>
          <p:nvPr/>
        </p:nvSpPr>
        <p:spPr>
          <a:xfrm rot="5400000">
            <a:off x="2372660" y="4126387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151" name="타원 150">
            <a:extLst>
              <a:ext uri="{FF2B5EF4-FFF2-40B4-BE49-F238E27FC236}">
                <a16:creationId xmlns:a16="http://schemas.microsoft.com/office/drawing/2014/main" id="{0B05F348-5985-C487-1515-1A17DCE77EA2}"/>
              </a:ext>
            </a:extLst>
          </p:cNvPr>
          <p:cNvSpPr/>
          <p:nvPr/>
        </p:nvSpPr>
        <p:spPr>
          <a:xfrm rot="5400000">
            <a:off x="3327162" y="4663796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152" name="타원 151">
            <a:extLst>
              <a:ext uri="{FF2B5EF4-FFF2-40B4-BE49-F238E27FC236}">
                <a16:creationId xmlns:a16="http://schemas.microsoft.com/office/drawing/2014/main" id="{A1E44FA3-B903-BAA6-EAA5-38661579A84D}"/>
              </a:ext>
            </a:extLst>
          </p:cNvPr>
          <p:cNvSpPr/>
          <p:nvPr/>
        </p:nvSpPr>
        <p:spPr>
          <a:xfrm rot="5400000">
            <a:off x="3335184" y="5169120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4CBDA097-EB79-BE7A-790F-1A3B5BCA1F10}"/>
              </a:ext>
            </a:extLst>
          </p:cNvPr>
          <p:cNvSpPr/>
          <p:nvPr/>
        </p:nvSpPr>
        <p:spPr>
          <a:xfrm rot="5400000">
            <a:off x="2380681" y="5161099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1E983CCE-4A6D-31D3-D4F2-593881DFBBED}"/>
              </a:ext>
            </a:extLst>
          </p:cNvPr>
          <p:cNvSpPr/>
          <p:nvPr/>
        </p:nvSpPr>
        <p:spPr>
          <a:xfrm rot="5400000">
            <a:off x="1474301" y="4655775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00145C79-56F9-A650-A832-BBBC2FC7B5B8}"/>
              </a:ext>
            </a:extLst>
          </p:cNvPr>
          <p:cNvSpPr/>
          <p:nvPr/>
        </p:nvSpPr>
        <p:spPr>
          <a:xfrm rot="5400000">
            <a:off x="1482323" y="5161099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A4A6FC52-D631-31EA-7FD8-8885F547903F}"/>
              </a:ext>
            </a:extLst>
          </p:cNvPr>
          <p:cNvSpPr/>
          <p:nvPr/>
        </p:nvSpPr>
        <p:spPr>
          <a:xfrm rot="5400000">
            <a:off x="7345707" y="5008701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타원 156">
            <a:extLst>
              <a:ext uri="{FF2B5EF4-FFF2-40B4-BE49-F238E27FC236}">
                <a16:creationId xmlns:a16="http://schemas.microsoft.com/office/drawing/2014/main" id="{286A47FF-7DA1-A117-177A-A51ECC126FC3}"/>
              </a:ext>
            </a:extLst>
          </p:cNvPr>
          <p:cNvSpPr/>
          <p:nvPr/>
        </p:nvSpPr>
        <p:spPr>
          <a:xfrm rot="5400000">
            <a:off x="7337686" y="4294830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타원 157">
            <a:extLst>
              <a:ext uri="{FF2B5EF4-FFF2-40B4-BE49-F238E27FC236}">
                <a16:creationId xmlns:a16="http://schemas.microsoft.com/office/drawing/2014/main" id="{2E3F54C9-6B9B-DED8-5438-660D7F1FD937}"/>
              </a:ext>
            </a:extLst>
          </p:cNvPr>
          <p:cNvSpPr/>
          <p:nvPr/>
        </p:nvSpPr>
        <p:spPr>
          <a:xfrm rot="5400000">
            <a:off x="8244061" y="3949927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타원 158">
            <a:extLst>
              <a:ext uri="{FF2B5EF4-FFF2-40B4-BE49-F238E27FC236}">
                <a16:creationId xmlns:a16="http://schemas.microsoft.com/office/drawing/2014/main" id="{EA1806D0-E009-559A-9AA6-490235F9680A}"/>
              </a:ext>
            </a:extLst>
          </p:cNvPr>
          <p:cNvSpPr/>
          <p:nvPr/>
        </p:nvSpPr>
        <p:spPr>
          <a:xfrm rot="5400000">
            <a:off x="8252083" y="5000680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80F547B0-DBFD-081A-71AF-5F017BA45F4D}"/>
              </a:ext>
            </a:extLst>
          </p:cNvPr>
          <p:cNvSpPr/>
          <p:nvPr/>
        </p:nvSpPr>
        <p:spPr>
          <a:xfrm rot="5400000">
            <a:off x="9190541" y="5008701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타원 160">
            <a:extLst>
              <a:ext uri="{FF2B5EF4-FFF2-40B4-BE49-F238E27FC236}">
                <a16:creationId xmlns:a16="http://schemas.microsoft.com/office/drawing/2014/main" id="{15FC9972-CC22-F524-89F0-F441D37EB98C}"/>
              </a:ext>
            </a:extLst>
          </p:cNvPr>
          <p:cNvSpPr/>
          <p:nvPr/>
        </p:nvSpPr>
        <p:spPr>
          <a:xfrm rot="5400000">
            <a:off x="9214605" y="4326916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86C030F9-C0A1-D037-7124-EB8926DD8A43}"/>
              </a:ext>
            </a:extLst>
          </p:cNvPr>
          <p:cNvSpPr txBox="1"/>
          <p:nvPr/>
        </p:nvSpPr>
        <p:spPr>
          <a:xfrm flipH="1">
            <a:off x="1239897" y="4972862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B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3799D4A4-4905-FDB6-49E5-F75DF0A3E4F4}"/>
              </a:ext>
            </a:extLst>
          </p:cNvPr>
          <p:cNvSpPr txBox="1"/>
          <p:nvPr/>
        </p:nvSpPr>
        <p:spPr>
          <a:xfrm flipH="1">
            <a:off x="2130233" y="5221515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C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B4A64091-AFEA-9AB2-5BB9-BF135915AA96}"/>
              </a:ext>
            </a:extLst>
          </p:cNvPr>
          <p:cNvSpPr txBox="1"/>
          <p:nvPr/>
        </p:nvSpPr>
        <p:spPr>
          <a:xfrm flipH="1">
            <a:off x="4287357" y="5020709"/>
            <a:ext cx="276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E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A2DCA4DB-4B42-96D3-B0D2-629DD5ABA5BC}"/>
              </a:ext>
            </a:extLst>
          </p:cNvPr>
          <p:cNvSpPr txBox="1"/>
          <p:nvPr/>
        </p:nvSpPr>
        <p:spPr>
          <a:xfrm flipH="1">
            <a:off x="1312087" y="4451498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F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A58775F2-919B-3BFA-F580-8236AF5B3023}"/>
              </a:ext>
            </a:extLst>
          </p:cNvPr>
          <p:cNvSpPr txBox="1"/>
          <p:nvPr/>
        </p:nvSpPr>
        <p:spPr>
          <a:xfrm flipH="1">
            <a:off x="3325371" y="4427436"/>
            <a:ext cx="30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G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33D25D57-7B65-5764-882B-373FA12C34C0}"/>
              </a:ext>
            </a:extLst>
          </p:cNvPr>
          <p:cNvSpPr txBox="1"/>
          <p:nvPr/>
        </p:nvSpPr>
        <p:spPr>
          <a:xfrm flipH="1">
            <a:off x="2402952" y="3954197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H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B37D5867-10BB-E02A-7157-F15FFB420833}"/>
              </a:ext>
            </a:extLst>
          </p:cNvPr>
          <p:cNvSpPr txBox="1"/>
          <p:nvPr/>
        </p:nvSpPr>
        <p:spPr>
          <a:xfrm flipH="1">
            <a:off x="9164287" y="4780246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A3D40B84-B71D-FBCC-271A-CFDC9505920E}"/>
              </a:ext>
            </a:extLst>
          </p:cNvPr>
          <p:cNvSpPr txBox="1"/>
          <p:nvPr/>
        </p:nvSpPr>
        <p:spPr>
          <a:xfrm flipH="1">
            <a:off x="7055157" y="4804422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942A46D9-CFA9-3DED-387B-7A3201D9DCFF}"/>
              </a:ext>
            </a:extLst>
          </p:cNvPr>
          <p:cNvSpPr txBox="1"/>
          <p:nvPr/>
        </p:nvSpPr>
        <p:spPr>
          <a:xfrm flipH="1">
            <a:off x="7945493" y="5053075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C9C53A01-687D-AC4E-11CB-CAAB14AAD378}"/>
              </a:ext>
            </a:extLst>
          </p:cNvPr>
          <p:cNvSpPr txBox="1"/>
          <p:nvPr/>
        </p:nvSpPr>
        <p:spPr>
          <a:xfrm flipH="1">
            <a:off x="10001017" y="472526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AD7BEF1-0383-157F-56AD-522D3E3A56C1}"/>
              </a:ext>
            </a:extLst>
          </p:cNvPr>
          <p:cNvSpPr txBox="1"/>
          <p:nvPr/>
        </p:nvSpPr>
        <p:spPr>
          <a:xfrm flipH="1">
            <a:off x="7017594" y="408918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4697CE57-08F4-117C-41BD-C690C6DC3AC1}"/>
              </a:ext>
            </a:extLst>
          </p:cNvPr>
          <p:cNvSpPr txBox="1"/>
          <p:nvPr/>
        </p:nvSpPr>
        <p:spPr>
          <a:xfrm flipH="1">
            <a:off x="8916049" y="4258996"/>
            <a:ext cx="30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G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B24F6A1D-FBB1-EECC-DF31-E299F2E62300}"/>
              </a:ext>
            </a:extLst>
          </p:cNvPr>
          <p:cNvSpPr txBox="1"/>
          <p:nvPr/>
        </p:nvSpPr>
        <p:spPr>
          <a:xfrm flipH="1">
            <a:off x="8083182" y="3657702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934888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>
            <a:extLst>
              <a:ext uri="{FF2B5EF4-FFF2-40B4-BE49-F238E27FC236}">
                <a16:creationId xmlns:a16="http://schemas.microsoft.com/office/drawing/2014/main" id="{6BEE3912-D129-DB6C-20C0-219FA4B0E154}"/>
              </a:ext>
            </a:extLst>
          </p:cNvPr>
          <p:cNvSpPr/>
          <p:nvPr/>
        </p:nvSpPr>
        <p:spPr>
          <a:xfrm rot="5400000">
            <a:off x="5507658" y="937819"/>
            <a:ext cx="299598" cy="3592748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8" name="Line 16 1 3 1 4"/>
          <p:cNvSpPr/>
          <p:nvPr/>
        </p:nvSpPr>
        <p:spPr>
          <a:xfrm rot="10800000" flipH="1">
            <a:off x="3859284" y="2928376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타원 11"/>
          <p:cNvSpPr/>
          <p:nvPr/>
        </p:nvSpPr>
        <p:spPr>
          <a:xfrm>
            <a:off x="3792236" y="2965446"/>
            <a:ext cx="134096" cy="13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이등변 삼각형 2"/>
          <p:cNvSpPr/>
          <p:nvPr/>
        </p:nvSpPr>
        <p:spPr>
          <a:xfrm>
            <a:off x="7383140" y="2965446"/>
            <a:ext cx="152287" cy="1340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7" name="그룹 26"/>
          <p:cNvGrpSpPr/>
          <p:nvPr/>
        </p:nvGrpSpPr>
        <p:grpSpPr>
          <a:xfrm rot="5400000">
            <a:off x="3784139" y="2986815"/>
            <a:ext cx="150287" cy="375743"/>
            <a:chOff x="5794944" y="2079049"/>
            <a:chExt cx="630570" cy="790833"/>
          </a:xfrm>
        </p:grpSpPr>
        <p:sp>
          <p:nvSpPr>
            <p:cNvPr id="28" name="직사각형 27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Line 16 1 3 1 4"/>
          <p:cNvSpPr/>
          <p:nvPr/>
        </p:nvSpPr>
        <p:spPr>
          <a:xfrm rot="10800000" flipH="1">
            <a:off x="3859284" y="3436922"/>
            <a:ext cx="1798532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Line 16 1 3 1 4"/>
          <p:cNvSpPr/>
          <p:nvPr/>
        </p:nvSpPr>
        <p:spPr>
          <a:xfrm rot="10800000" flipH="1">
            <a:off x="3869436" y="3307353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" name="Line 16 1 3 1 4"/>
          <p:cNvSpPr/>
          <p:nvPr/>
        </p:nvSpPr>
        <p:spPr>
          <a:xfrm rot="10800000" flipH="1">
            <a:off x="7453832" y="3307353"/>
            <a:ext cx="0" cy="28274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" name="TextBox 38"/>
          <p:cNvSpPr txBox="1"/>
          <p:nvPr/>
        </p:nvSpPr>
        <p:spPr>
          <a:xfrm>
            <a:off x="4604883" y="3313097"/>
            <a:ext cx="38183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5m</a:t>
            </a:r>
          </a:p>
        </p:txBody>
      </p:sp>
      <p:grpSp>
        <p:nvGrpSpPr>
          <p:cNvPr id="41" name="그룹 40"/>
          <p:cNvGrpSpPr/>
          <p:nvPr/>
        </p:nvGrpSpPr>
        <p:grpSpPr>
          <a:xfrm rot="5400000">
            <a:off x="7378686" y="2986816"/>
            <a:ext cx="150289" cy="375743"/>
            <a:chOff x="5794944" y="2079049"/>
            <a:chExt cx="630570" cy="790833"/>
          </a:xfrm>
        </p:grpSpPr>
        <p:sp>
          <p:nvSpPr>
            <p:cNvPr id="42" name="직사각형 41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3" name="직선 연결선 42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Line 16 1 3 1 4"/>
          <p:cNvSpPr/>
          <p:nvPr/>
        </p:nvSpPr>
        <p:spPr>
          <a:xfrm rot="10800000" flipH="1">
            <a:off x="5651269" y="3033791"/>
            <a:ext cx="0" cy="556303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TextBox 29"/>
          <p:cNvSpPr txBox="1"/>
          <p:nvPr/>
        </p:nvSpPr>
        <p:spPr>
          <a:xfrm>
            <a:off x="5504999" y="2209413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50kN</a:t>
            </a:r>
          </a:p>
        </p:txBody>
      </p:sp>
      <p:sp>
        <p:nvSpPr>
          <p:cNvPr id="32" name="Line 16 1 3 1 4"/>
          <p:cNvSpPr/>
          <p:nvPr/>
        </p:nvSpPr>
        <p:spPr>
          <a:xfrm rot="10800000" flipH="1">
            <a:off x="5657815" y="2446019"/>
            <a:ext cx="0" cy="431478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Line 16 1 3 1 4"/>
          <p:cNvSpPr/>
          <p:nvPr/>
        </p:nvSpPr>
        <p:spPr>
          <a:xfrm rot="10800000" flipH="1">
            <a:off x="5657815" y="3436922"/>
            <a:ext cx="1796017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TextBox 33"/>
          <p:cNvSpPr txBox="1"/>
          <p:nvPr/>
        </p:nvSpPr>
        <p:spPr>
          <a:xfrm>
            <a:off x="6407445" y="3307353"/>
            <a:ext cx="38183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5m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CE56278-D3D5-8ECF-7B8C-07981DEB9E9C}"/>
              </a:ext>
            </a:extLst>
          </p:cNvPr>
          <p:cNvSpPr/>
          <p:nvPr/>
        </p:nvSpPr>
        <p:spPr>
          <a:xfrm>
            <a:off x="8345576" y="2521616"/>
            <a:ext cx="360000" cy="9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864924E7-6E93-EC9B-67AE-79743F775784}"/>
              </a:ext>
            </a:extLst>
          </p:cNvPr>
          <p:cNvGrpSpPr/>
          <p:nvPr/>
        </p:nvGrpSpPr>
        <p:grpSpPr>
          <a:xfrm rot="5400000">
            <a:off x="7609476" y="2708148"/>
            <a:ext cx="899148" cy="526093"/>
            <a:chOff x="4011685" y="3998935"/>
            <a:chExt cx="899148" cy="526093"/>
          </a:xfrm>
        </p:grpSpPr>
        <p:sp>
          <p:nvSpPr>
            <p:cNvPr id="5" name="Line 16 1 3 1 4">
              <a:extLst>
                <a:ext uri="{FF2B5EF4-FFF2-40B4-BE49-F238E27FC236}">
                  <a16:creationId xmlns:a16="http://schemas.microsoft.com/office/drawing/2014/main" id="{FCB3D4E3-6D7A-D86D-512C-6E14428AD6CE}"/>
                </a:ext>
              </a:extLst>
            </p:cNvPr>
            <p:cNvSpPr/>
            <p:nvPr/>
          </p:nvSpPr>
          <p:spPr>
            <a:xfrm rot="10800000" flipH="1">
              <a:off x="4011689" y="4176356"/>
              <a:ext cx="899144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" name="Line 16 1 3 1 4">
              <a:extLst>
                <a:ext uri="{FF2B5EF4-FFF2-40B4-BE49-F238E27FC236}">
                  <a16:creationId xmlns:a16="http://schemas.microsoft.com/office/drawing/2014/main" id="{1974D9B1-47F8-E43C-F052-454C04A5F517}"/>
                </a:ext>
              </a:extLst>
            </p:cNvPr>
            <p:cNvSpPr/>
            <p:nvPr/>
          </p:nvSpPr>
          <p:spPr>
            <a:xfrm rot="10800000" flipH="1">
              <a:off x="4011685" y="4023949"/>
              <a:ext cx="0" cy="300801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" name="Line 16 1 3 1 4">
              <a:extLst>
                <a:ext uri="{FF2B5EF4-FFF2-40B4-BE49-F238E27FC236}">
                  <a16:creationId xmlns:a16="http://schemas.microsoft.com/office/drawing/2014/main" id="{77C3AB64-FBFD-E6F2-B413-E130ACB16960}"/>
                </a:ext>
              </a:extLst>
            </p:cNvPr>
            <p:cNvSpPr/>
            <p:nvPr/>
          </p:nvSpPr>
          <p:spPr>
            <a:xfrm rot="10800000" flipH="1">
              <a:off x="4910833" y="4023951"/>
              <a:ext cx="0" cy="30079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072EEB3-695F-2AD6-9E0B-82D99F4D055B}"/>
                </a:ext>
              </a:extLst>
            </p:cNvPr>
            <p:cNvSpPr txBox="1"/>
            <p:nvPr/>
          </p:nvSpPr>
          <p:spPr>
            <a:xfrm rot="16200000">
              <a:off x="4204053" y="4123482"/>
              <a:ext cx="526093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ea typeface="KoPubWorld바탕체_Pro Light" panose="00000300000000000000" pitchFamily="50" charset="-127"/>
                  <a:cs typeface="Times New Roman" panose="02020603050405020304" pitchFamily="18" charset="0"/>
                </a:rPr>
                <a:t>60cm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6ED4372-8E9D-386D-2F70-333C8C8C487C}"/>
              </a:ext>
            </a:extLst>
          </p:cNvPr>
          <p:cNvGrpSpPr/>
          <p:nvPr/>
        </p:nvGrpSpPr>
        <p:grpSpPr>
          <a:xfrm rot="5400000">
            <a:off x="8449373" y="2219416"/>
            <a:ext cx="152405" cy="360000"/>
            <a:chOff x="9163146" y="4259298"/>
            <a:chExt cx="152405" cy="360000"/>
          </a:xfrm>
        </p:grpSpPr>
        <p:sp>
          <p:nvSpPr>
            <p:cNvPr id="11" name="Line 16 1 3 1 4">
              <a:extLst>
                <a:ext uri="{FF2B5EF4-FFF2-40B4-BE49-F238E27FC236}">
                  <a16:creationId xmlns:a16="http://schemas.microsoft.com/office/drawing/2014/main" id="{D0D62524-DEB9-3B83-DF7F-60C6111A4A12}"/>
                </a:ext>
              </a:extLst>
            </p:cNvPr>
            <p:cNvSpPr/>
            <p:nvPr/>
          </p:nvSpPr>
          <p:spPr>
            <a:xfrm rot="16200000" flipH="1">
              <a:off x="9059358" y="4439298"/>
              <a:ext cx="360000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" name="Line 16 1 3 1 4">
              <a:extLst>
                <a:ext uri="{FF2B5EF4-FFF2-40B4-BE49-F238E27FC236}">
                  <a16:creationId xmlns:a16="http://schemas.microsoft.com/office/drawing/2014/main" id="{E5A677E4-74D9-078F-1227-5A719ECB2D20}"/>
                </a:ext>
              </a:extLst>
            </p:cNvPr>
            <p:cNvSpPr/>
            <p:nvPr/>
          </p:nvSpPr>
          <p:spPr>
            <a:xfrm rot="16200000" flipH="1">
              <a:off x="9239349" y="4183095"/>
              <a:ext cx="0" cy="15240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4" name="Line 16 1 3 1 4">
              <a:extLst>
                <a:ext uri="{FF2B5EF4-FFF2-40B4-BE49-F238E27FC236}">
                  <a16:creationId xmlns:a16="http://schemas.microsoft.com/office/drawing/2014/main" id="{385E4EB4-B337-F4FE-2323-E0EE5430D1ED}"/>
                </a:ext>
              </a:extLst>
            </p:cNvPr>
            <p:cNvSpPr/>
            <p:nvPr/>
          </p:nvSpPr>
          <p:spPr>
            <a:xfrm rot="16200000" flipH="1">
              <a:off x="9239348" y="4543096"/>
              <a:ext cx="0" cy="152403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680C05B-B809-7885-49BE-468CF5B77CBE}"/>
              </a:ext>
            </a:extLst>
          </p:cNvPr>
          <p:cNvSpPr txBox="1"/>
          <p:nvPr/>
        </p:nvSpPr>
        <p:spPr>
          <a:xfrm>
            <a:off x="8237841" y="2007787"/>
            <a:ext cx="744742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25cm</a:t>
            </a:r>
          </a:p>
        </p:txBody>
      </p:sp>
      <p:sp>
        <p:nvSpPr>
          <p:cNvPr id="16" name="Line 16 1 3 1 4">
            <a:extLst>
              <a:ext uri="{FF2B5EF4-FFF2-40B4-BE49-F238E27FC236}">
                <a16:creationId xmlns:a16="http://schemas.microsoft.com/office/drawing/2014/main" id="{2CA4A3D4-94A0-0884-1BF3-090B0F54F6AA}"/>
              </a:ext>
            </a:extLst>
          </p:cNvPr>
          <p:cNvSpPr/>
          <p:nvPr/>
        </p:nvSpPr>
        <p:spPr>
          <a:xfrm rot="10800000" flipH="1">
            <a:off x="8522869" y="2965445"/>
            <a:ext cx="0" cy="766436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A5BA12BF-10A5-28A8-A4D9-0DD83ED95555}"/>
              </a:ext>
            </a:extLst>
          </p:cNvPr>
          <p:cNvCxnSpPr/>
          <p:nvPr/>
        </p:nvCxnSpPr>
        <p:spPr>
          <a:xfrm flipH="1">
            <a:off x="8522868" y="2965445"/>
            <a:ext cx="832546" cy="0"/>
          </a:xfrm>
          <a:prstGeom prst="line">
            <a:avLst/>
          </a:prstGeom>
          <a:ln w="9525">
            <a:solidFill>
              <a:schemeClr val="tx1"/>
            </a:solidFill>
            <a:headEnd type="triangle" w="sm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E3E5182-2037-6BD0-08CF-E11C4AC4CEF3}"/>
              </a:ext>
            </a:extLst>
          </p:cNvPr>
          <p:cNvSpPr txBox="1"/>
          <p:nvPr/>
        </p:nvSpPr>
        <p:spPr>
          <a:xfrm>
            <a:off x="9007271" y="2709871"/>
            <a:ext cx="253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x</a:t>
            </a:r>
            <a:endParaRPr lang="en-US" sz="1200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8DFC65-257E-48AB-AF36-9149ED11B7F7}"/>
              </a:ext>
            </a:extLst>
          </p:cNvPr>
          <p:cNvSpPr txBox="1"/>
          <p:nvPr/>
        </p:nvSpPr>
        <p:spPr>
          <a:xfrm>
            <a:off x="8321471" y="3470070"/>
            <a:ext cx="253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y</a:t>
            </a:r>
            <a:endParaRPr lang="en-US" sz="1200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42D58F7-AA4A-9FBA-0F15-3B949518AE0A}"/>
              </a:ext>
            </a:extLst>
          </p:cNvPr>
          <p:cNvGrpSpPr/>
          <p:nvPr/>
        </p:nvGrpSpPr>
        <p:grpSpPr>
          <a:xfrm rot="5400000">
            <a:off x="9013046" y="2251168"/>
            <a:ext cx="440323" cy="988233"/>
            <a:chOff x="3900269" y="3336517"/>
            <a:chExt cx="440323" cy="988233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052DB6E-F14C-435B-7604-C3F579F383E8}"/>
                </a:ext>
              </a:extLst>
            </p:cNvPr>
            <p:cNvSpPr txBox="1"/>
            <p:nvPr/>
          </p:nvSpPr>
          <p:spPr>
            <a:xfrm rot="16200000">
              <a:off x="3666398" y="3570388"/>
              <a:ext cx="744742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ea typeface="KoPubWorld바탕체_Pro Light" panose="00000300000000000000" pitchFamily="50" charset="-127"/>
                  <a:cs typeface="Times New Roman" panose="02020603050405020304" pitchFamily="18" charset="0"/>
                </a:rPr>
                <a:t>20cm</a:t>
              </a:r>
            </a:p>
          </p:txBody>
        </p:sp>
        <p:sp>
          <p:nvSpPr>
            <p:cNvPr id="23" name="Line 16 1 3 1 4">
              <a:extLst>
                <a:ext uri="{FF2B5EF4-FFF2-40B4-BE49-F238E27FC236}">
                  <a16:creationId xmlns:a16="http://schemas.microsoft.com/office/drawing/2014/main" id="{4C503F66-4297-89BA-2A24-D36D7CF992EE}"/>
                </a:ext>
              </a:extLst>
            </p:cNvPr>
            <p:cNvSpPr/>
            <p:nvPr/>
          </p:nvSpPr>
          <p:spPr>
            <a:xfrm rot="10800000" flipH="1">
              <a:off x="4011689" y="4176357"/>
              <a:ext cx="328903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4" name="Line 16 1 3 1 4">
              <a:extLst>
                <a:ext uri="{FF2B5EF4-FFF2-40B4-BE49-F238E27FC236}">
                  <a16:creationId xmlns:a16="http://schemas.microsoft.com/office/drawing/2014/main" id="{CC29DA55-0EBD-1247-1474-247079477C65}"/>
                </a:ext>
              </a:extLst>
            </p:cNvPr>
            <p:cNvSpPr/>
            <p:nvPr/>
          </p:nvSpPr>
          <p:spPr>
            <a:xfrm rot="10800000" flipH="1">
              <a:off x="4011685" y="4023949"/>
              <a:ext cx="0" cy="300801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25" name="타원 24">
            <a:extLst>
              <a:ext uri="{FF2B5EF4-FFF2-40B4-BE49-F238E27FC236}">
                <a16:creationId xmlns:a16="http://schemas.microsoft.com/office/drawing/2014/main" id="{8026E7A8-BA0B-EAE1-92A5-60B764FA1DE6}"/>
              </a:ext>
            </a:extLst>
          </p:cNvPr>
          <p:cNvSpPr/>
          <p:nvPr/>
        </p:nvSpPr>
        <p:spPr>
          <a:xfrm>
            <a:off x="8507423" y="2606076"/>
            <a:ext cx="50800" cy="508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6BB5D0-F4A1-737B-68E1-B3D4D37F1E01}"/>
              </a:ext>
            </a:extLst>
          </p:cNvPr>
          <p:cNvSpPr txBox="1"/>
          <p:nvPr/>
        </p:nvSpPr>
        <p:spPr>
          <a:xfrm flipH="1">
            <a:off x="8321319" y="2616707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BFF612A-9A7F-9872-F089-A9386F0B00B5}"/>
              </a:ext>
            </a:extLst>
          </p:cNvPr>
          <p:cNvSpPr txBox="1"/>
          <p:nvPr/>
        </p:nvSpPr>
        <p:spPr>
          <a:xfrm>
            <a:off x="4007543" y="2323814"/>
            <a:ext cx="6896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10kN/m</a:t>
            </a:r>
          </a:p>
        </p:txBody>
      </p:sp>
    </p:spTree>
    <p:extLst>
      <p:ext uri="{BB962C8B-B14F-4D97-AF65-F5344CB8AC3E}">
        <p14:creationId xmlns:p14="http://schemas.microsoft.com/office/powerpoint/2010/main" val="4083272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그룹 39">
            <a:extLst>
              <a:ext uri="{FF2B5EF4-FFF2-40B4-BE49-F238E27FC236}">
                <a16:creationId xmlns:a16="http://schemas.microsoft.com/office/drawing/2014/main" id="{F253FDFD-A0A6-84B2-C554-0DFC2FBAC360}"/>
              </a:ext>
            </a:extLst>
          </p:cNvPr>
          <p:cNvGrpSpPr/>
          <p:nvPr/>
        </p:nvGrpSpPr>
        <p:grpSpPr>
          <a:xfrm>
            <a:off x="2583588" y="2104063"/>
            <a:ext cx="3262091" cy="3463461"/>
            <a:chOff x="7996281" y="2276450"/>
            <a:chExt cx="1479653" cy="1570991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0CE56278-D3D5-8ECF-7B8C-07981DEB9E9C}"/>
                </a:ext>
              </a:extLst>
            </p:cNvPr>
            <p:cNvSpPr/>
            <p:nvPr/>
          </p:nvSpPr>
          <p:spPr>
            <a:xfrm>
              <a:off x="8345576" y="2521616"/>
              <a:ext cx="360000" cy="90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864924E7-6E93-EC9B-67AE-79743F775784}"/>
                </a:ext>
              </a:extLst>
            </p:cNvPr>
            <p:cNvGrpSpPr/>
            <p:nvPr/>
          </p:nvGrpSpPr>
          <p:grpSpPr>
            <a:xfrm rot="5400000">
              <a:off x="7697108" y="2820794"/>
              <a:ext cx="899148" cy="300801"/>
              <a:chOff x="4011685" y="4023949"/>
              <a:chExt cx="899148" cy="300801"/>
            </a:xfrm>
          </p:grpSpPr>
          <p:sp>
            <p:nvSpPr>
              <p:cNvPr id="5" name="Line 16 1 3 1 4">
                <a:extLst>
                  <a:ext uri="{FF2B5EF4-FFF2-40B4-BE49-F238E27FC236}">
                    <a16:creationId xmlns:a16="http://schemas.microsoft.com/office/drawing/2014/main" id="{FCB3D4E3-6D7A-D86D-512C-6E14428AD6CE}"/>
                  </a:ext>
                </a:extLst>
              </p:cNvPr>
              <p:cNvSpPr/>
              <p:nvPr/>
            </p:nvSpPr>
            <p:spPr>
              <a:xfrm rot="10800000" flipH="1">
                <a:off x="4011689" y="4176356"/>
                <a:ext cx="899144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miter/>
                <a:headEnd type="triangle" w="sm" len="lg"/>
                <a:tailEnd type="triangle" w="sm" len="lg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6" name="Line 16 1 3 1 4">
                <a:extLst>
                  <a:ext uri="{FF2B5EF4-FFF2-40B4-BE49-F238E27FC236}">
                    <a16:creationId xmlns:a16="http://schemas.microsoft.com/office/drawing/2014/main" id="{1974D9B1-47F8-E43C-F052-454C04A5F517}"/>
                  </a:ext>
                </a:extLst>
              </p:cNvPr>
              <p:cNvSpPr/>
              <p:nvPr/>
            </p:nvSpPr>
            <p:spPr>
              <a:xfrm rot="10800000" flipH="1">
                <a:off x="4011685" y="4023949"/>
                <a:ext cx="0" cy="300801"/>
              </a:xfrm>
              <a:prstGeom prst="line">
                <a:avLst/>
              </a:prstGeom>
              <a:ln w="9525">
                <a:solidFill>
                  <a:schemeClr val="tx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7" name="Line 16 1 3 1 4">
                <a:extLst>
                  <a:ext uri="{FF2B5EF4-FFF2-40B4-BE49-F238E27FC236}">
                    <a16:creationId xmlns:a16="http://schemas.microsoft.com/office/drawing/2014/main" id="{77C3AB64-FBFD-E6F2-B413-E130ACB16960}"/>
                  </a:ext>
                </a:extLst>
              </p:cNvPr>
              <p:cNvSpPr/>
              <p:nvPr/>
            </p:nvSpPr>
            <p:spPr>
              <a:xfrm rot="10800000" flipH="1">
                <a:off x="4910833" y="4023951"/>
                <a:ext cx="0" cy="300795"/>
              </a:xfrm>
              <a:prstGeom prst="line">
                <a:avLst/>
              </a:prstGeom>
              <a:ln w="9525">
                <a:solidFill>
                  <a:schemeClr val="tx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72EEB3-695F-2AD6-9E0B-82D99F4D055B}"/>
                  </a:ext>
                </a:extLst>
              </p:cNvPr>
              <p:cNvSpPr txBox="1"/>
              <p:nvPr/>
            </p:nvSpPr>
            <p:spPr>
              <a:xfrm rot="16200000">
                <a:off x="4326219" y="4112904"/>
                <a:ext cx="277906" cy="12690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Times New Roman" panose="02020603050405020304" pitchFamily="18" charset="0"/>
                    <a:ea typeface="KoPubWorld바탕체_Pro Light" panose="00000300000000000000" pitchFamily="50" charset="-127"/>
                    <a:cs typeface="Times New Roman" panose="02020603050405020304" pitchFamily="18" charset="0"/>
                  </a:rPr>
                  <a:t>60cm</a:t>
                </a:r>
              </a:p>
            </p:txBody>
          </p: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56ED4372-8E9D-386D-2F70-333C8C8C487C}"/>
                </a:ext>
              </a:extLst>
            </p:cNvPr>
            <p:cNvGrpSpPr/>
            <p:nvPr/>
          </p:nvGrpSpPr>
          <p:grpSpPr>
            <a:xfrm rot="5400000">
              <a:off x="8449373" y="2219416"/>
              <a:ext cx="152405" cy="360000"/>
              <a:chOff x="9163146" y="4259298"/>
              <a:chExt cx="152405" cy="360000"/>
            </a:xfrm>
          </p:grpSpPr>
          <p:sp>
            <p:nvSpPr>
              <p:cNvPr id="11" name="Line 16 1 3 1 4">
                <a:extLst>
                  <a:ext uri="{FF2B5EF4-FFF2-40B4-BE49-F238E27FC236}">
                    <a16:creationId xmlns:a16="http://schemas.microsoft.com/office/drawing/2014/main" id="{D0D62524-DEB9-3B83-DF7F-60C6111A4A12}"/>
                  </a:ext>
                </a:extLst>
              </p:cNvPr>
              <p:cNvSpPr/>
              <p:nvPr/>
            </p:nvSpPr>
            <p:spPr>
              <a:xfrm rot="16200000" flipH="1">
                <a:off x="9059358" y="4439298"/>
                <a:ext cx="360000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miter/>
                <a:headEnd type="triangle" w="sm" len="lg"/>
                <a:tailEnd type="triangle" w="sm" len="lg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13" name="Line 16 1 3 1 4">
                <a:extLst>
                  <a:ext uri="{FF2B5EF4-FFF2-40B4-BE49-F238E27FC236}">
                    <a16:creationId xmlns:a16="http://schemas.microsoft.com/office/drawing/2014/main" id="{E5A677E4-74D9-078F-1227-5A719ECB2D20}"/>
                  </a:ext>
                </a:extLst>
              </p:cNvPr>
              <p:cNvSpPr/>
              <p:nvPr/>
            </p:nvSpPr>
            <p:spPr>
              <a:xfrm rot="16200000" flipH="1">
                <a:off x="9239349" y="4183095"/>
                <a:ext cx="0" cy="152405"/>
              </a:xfrm>
              <a:prstGeom prst="line">
                <a:avLst/>
              </a:prstGeom>
              <a:ln w="9525">
                <a:solidFill>
                  <a:schemeClr val="tx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14" name="Line 16 1 3 1 4">
                <a:extLst>
                  <a:ext uri="{FF2B5EF4-FFF2-40B4-BE49-F238E27FC236}">
                    <a16:creationId xmlns:a16="http://schemas.microsoft.com/office/drawing/2014/main" id="{385E4EB4-B337-F4FE-2323-E0EE5430D1ED}"/>
                  </a:ext>
                </a:extLst>
              </p:cNvPr>
              <p:cNvSpPr/>
              <p:nvPr/>
            </p:nvSpPr>
            <p:spPr>
              <a:xfrm rot="16200000" flipH="1">
                <a:off x="9239348" y="4543096"/>
                <a:ext cx="0" cy="152403"/>
              </a:xfrm>
              <a:prstGeom prst="line">
                <a:avLst/>
              </a:prstGeom>
              <a:ln w="9525">
                <a:solidFill>
                  <a:schemeClr val="tx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680C05B-B809-7885-49BE-468CF5B77CBE}"/>
                </a:ext>
              </a:extLst>
            </p:cNvPr>
            <p:cNvSpPr txBox="1"/>
            <p:nvPr/>
          </p:nvSpPr>
          <p:spPr>
            <a:xfrm>
              <a:off x="8403753" y="2276450"/>
              <a:ext cx="243646" cy="1256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ea typeface="KoPubWorld바탕체_Pro Light" panose="00000300000000000000" pitchFamily="50" charset="-127"/>
                  <a:cs typeface="Times New Roman" panose="02020603050405020304" pitchFamily="18" charset="0"/>
                </a:rPr>
                <a:t>25cm</a:t>
              </a:r>
            </a:p>
          </p:txBody>
        </p:sp>
        <p:sp>
          <p:nvSpPr>
            <p:cNvPr id="16" name="Line 16 1 3 1 4">
              <a:extLst>
                <a:ext uri="{FF2B5EF4-FFF2-40B4-BE49-F238E27FC236}">
                  <a16:creationId xmlns:a16="http://schemas.microsoft.com/office/drawing/2014/main" id="{2CA4A3D4-94A0-0884-1BF3-090B0F54F6AA}"/>
                </a:ext>
              </a:extLst>
            </p:cNvPr>
            <p:cNvSpPr/>
            <p:nvPr/>
          </p:nvSpPr>
          <p:spPr>
            <a:xfrm rot="10800000" flipH="1">
              <a:off x="8522869" y="2965445"/>
              <a:ext cx="0" cy="766436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A5BA12BF-10A5-28A8-A4D9-0DD83ED95555}"/>
                </a:ext>
              </a:extLst>
            </p:cNvPr>
            <p:cNvCxnSpPr/>
            <p:nvPr/>
          </p:nvCxnSpPr>
          <p:spPr>
            <a:xfrm flipH="1">
              <a:off x="8522868" y="2965445"/>
              <a:ext cx="832546" cy="0"/>
            </a:xfrm>
            <a:prstGeom prst="line">
              <a:avLst/>
            </a:prstGeom>
            <a:ln w="9525">
              <a:solidFill>
                <a:schemeClr val="tx1"/>
              </a:solidFill>
              <a:headEnd type="triangle" w="sm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E3E5182-2037-6BD0-08CF-E11C4AC4CEF3}"/>
                </a:ext>
              </a:extLst>
            </p:cNvPr>
            <p:cNvSpPr txBox="1"/>
            <p:nvPr/>
          </p:nvSpPr>
          <p:spPr>
            <a:xfrm>
              <a:off x="9222338" y="2836608"/>
              <a:ext cx="2535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 New Roman" panose="02020603050405020304" pitchFamily="18" charset="0"/>
                  <a:ea typeface="KoPubWorld바탕체_Pro Light" panose="00000300000000000000" pitchFamily="50" charset="-127"/>
                  <a:cs typeface="Times New Roman" panose="02020603050405020304" pitchFamily="18" charset="0"/>
                </a:rPr>
                <a:t>x</a:t>
              </a:r>
              <a:endPara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C8DFC65-257E-48AB-AF36-9149ED11B7F7}"/>
                </a:ext>
              </a:extLst>
            </p:cNvPr>
            <p:cNvSpPr txBox="1"/>
            <p:nvPr/>
          </p:nvSpPr>
          <p:spPr>
            <a:xfrm>
              <a:off x="8421589" y="3570442"/>
              <a:ext cx="2535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 New Roman" panose="02020603050405020304" pitchFamily="18" charset="0"/>
                  <a:ea typeface="KoPubWorld바탕체_Pro Light" panose="00000300000000000000" pitchFamily="50" charset="-127"/>
                  <a:cs typeface="Times New Roman" panose="02020603050405020304" pitchFamily="18" charset="0"/>
                </a:rPr>
                <a:t>y</a:t>
              </a:r>
              <a:endPara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542D58F7-AA4A-9FBA-0F15-3B949518AE0A}"/>
                </a:ext>
              </a:extLst>
            </p:cNvPr>
            <p:cNvGrpSpPr/>
            <p:nvPr/>
          </p:nvGrpSpPr>
          <p:grpSpPr>
            <a:xfrm rot="5400000">
              <a:off x="8759749" y="2615882"/>
              <a:ext cx="328907" cy="370222"/>
              <a:chOff x="4011685" y="3954528"/>
              <a:chExt cx="328907" cy="370222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052DB6E-F14C-435B-7604-C3F579F383E8}"/>
                  </a:ext>
                </a:extLst>
              </p:cNvPr>
              <p:cNvSpPr txBox="1"/>
              <p:nvPr/>
            </p:nvSpPr>
            <p:spPr>
              <a:xfrm rot="16200000">
                <a:off x="4061312" y="4011315"/>
                <a:ext cx="239217" cy="1256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Times New Roman" panose="02020603050405020304" pitchFamily="18" charset="0"/>
                    <a:ea typeface="KoPubWorld바탕체_Pro Light" panose="00000300000000000000" pitchFamily="50" charset="-127"/>
                    <a:cs typeface="Times New Roman" panose="02020603050405020304" pitchFamily="18" charset="0"/>
                  </a:rPr>
                  <a:t>25cm</a:t>
                </a:r>
              </a:p>
            </p:txBody>
          </p:sp>
          <p:sp>
            <p:nvSpPr>
              <p:cNvPr id="23" name="Line 16 1 3 1 4">
                <a:extLst>
                  <a:ext uri="{FF2B5EF4-FFF2-40B4-BE49-F238E27FC236}">
                    <a16:creationId xmlns:a16="http://schemas.microsoft.com/office/drawing/2014/main" id="{4C503F66-4297-89BA-2A24-D36D7CF992EE}"/>
                  </a:ext>
                </a:extLst>
              </p:cNvPr>
              <p:cNvSpPr/>
              <p:nvPr/>
            </p:nvSpPr>
            <p:spPr>
              <a:xfrm rot="10800000" flipH="1">
                <a:off x="4011689" y="4176357"/>
                <a:ext cx="328903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miter/>
                <a:headEnd type="triangle" w="sm" len="lg"/>
                <a:tailEnd type="triangle" w="sm" len="lg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4" name="Line 16 1 3 1 4">
                <a:extLst>
                  <a:ext uri="{FF2B5EF4-FFF2-40B4-BE49-F238E27FC236}">
                    <a16:creationId xmlns:a16="http://schemas.microsoft.com/office/drawing/2014/main" id="{CC29DA55-0EBD-1247-1474-247079477C65}"/>
                  </a:ext>
                </a:extLst>
              </p:cNvPr>
              <p:cNvSpPr/>
              <p:nvPr/>
            </p:nvSpPr>
            <p:spPr>
              <a:xfrm rot="10800000" flipH="1">
                <a:off x="4011685" y="4023949"/>
                <a:ext cx="0" cy="300801"/>
              </a:xfrm>
              <a:prstGeom prst="line">
                <a:avLst/>
              </a:prstGeom>
              <a:ln w="9525">
                <a:solidFill>
                  <a:schemeClr val="tx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8026E7A8-BA0B-EAE1-92A5-60B764FA1DE6}"/>
                </a:ext>
              </a:extLst>
            </p:cNvPr>
            <p:cNvSpPr/>
            <p:nvPr/>
          </p:nvSpPr>
          <p:spPr>
            <a:xfrm>
              <a:off x="8603438" y="2625278"/>
              <a:ext cx="50800" cy="5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86BB5D0-F4A1-737B-68E1-B3D4D37F1E01}"/>
                </a:ext>
              </a:extLst>
            </p:cNvPr>
            <p:cNvSpPr txBox="1"/>
            <p:nvPr/>
          </p:nvSpPr>
          <p:spPr>
            <a:xfrm flipH="1">
              <a:off x="8499965" y="2545142"/>
              <a:ext cx="131640" cy="1256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>
                  <a:latin typeface="Times New Roman" panose="02020603050405020304" pitchFamily="18" charset="0"/>
                  <a:ea typeface="KoPubWorld바탕체_Pro Light" panose="00000300000000000000" pitchFamily="50" charset="-127"/>
                  <a:cs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44" name="Line 16 1 3 1 4">
            <a:extLst>
              <a:ext uri="{FF2B5EF4-FFF2-40B4-BE49-F238E27FC236}">
                <a16:creationId xmlns:a16="http://schemas.microsoft.com/office/drawing/2014/main" id="{D043A426-5E0B-0B07-AC2B-2EB76806DE92}"/>
              </a:ext>
            </a:extLst>
          </p:cNvPr>
          <p:cNvSpPr/>
          <p:nvPr/>
        </p:nvSpPr>
        <p:spPr>
          <a:xfrm flipH="1">
            <a:off x="3744519" y="4272661"/>
            <a:ext cx="313129" cy="4937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D92A36F-CF6B-C498-60E8-FDE01D2BF9C9}"/>
              </a:ext>
            </a:extLst>
          </p:cNvPr>
          <p:cNvSpPr txBox="1"/>
          <p:nvPr/>
        </p:nvSpPr>
        <p:spPr>
          <a:xfrm>
            <a:off x="3709568" y="3839316"/>
            <a:ext cx="5371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10cm</a:t>
            </a:r>
          </a:p>
        </p:txBody>
      </p:sp>
      <p:sp>
        <p:nvSpPr>
          <p:cNvPr id="47" name="Line 16 1 3 1 4">
            <a:extLst>
              <a:ext uri="{FF2B5EF4-FFF2-40B4-BE49-F238E27FC236}">
                <a16:creationId xmlns:a16="http://schemas.microsoft.com/office/drawing/2014/main" id="{3B24CF5C-52F2-0DFF-2828-0E9091A41C16}"/>
              </a:ext>
            </a:extLst>
          </p:cNvPr>
          <p:cNvSpPr/>
          <p:nvPr/>
        </p:nvSpPr>
        <p:spPr>
          <a:xfrm flipH="1">
            <a:off x="4045722" y="4120631"/>
            <a:ext cx="0" cy="335997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1428217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16 1 3 1 4"/>
          <p:cNvSpPr/>
          <p:nvPr/>
        </p:nvSpPr>
        <p:spPr>
          <a:xfrm rot="10800000" flipH="1">
            <a:off x="3859284" y="2928376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타원 11"/>
          <p:cNvSpPr/>
          <p:nvPr/>
        </p:nvSpPr>
        <p:spPr>
          <a:xfrm>
            <a:off x="3792236" y="2965446"/>
            <a:ext cx="134096" cy="13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그룹 12"/>
          <p:cNvGrpSpPr/>
          <p:nvPr/>
        </p:nvGrpSpPr>
        <p:grpSpPr>
          <a:xfrm rot="5400000">
            <a:off x="3784139" y="2986815"/>
            <a:ext cx="150287" cy="375743"/>
            <a:chOff x="5794944" y="2079049"/>
            <a:chExt cx="630570" cy="790833"/>
          </a:xfrm>
        </p:grpSpPr>
        <p:sp>
          <p:nvSpPr>
            <p:cNvPr id="14" name="직사각형 13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" name="직선 연결선 14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Line 16 1 3 1 4"/>
          <p:cNvSpPr/>
          <p:nvPr/>
        </p:nvSpPr>
        <p:spPr>
          <a:xfrm rot="10800000" flipH="1">
            <a:off x="3859283" y="3436922"/>
            <a:ext cx="21600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Line 16 1 3 1 4"/>
          <p:cNvSpPr/>
          <p:nvPr/>
        </p:nvSpPr>
        <p:spPr>
          <a:xfrm rot="10800000" flipH="1">
            <a:off x="3869436" y="3307353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Line 16 1 3 1 4"/>
          <p:cNvSpPr/>
          <p:nvPr/>
        </p:nvSpPr>
        <p:spPr>
          <a:xfrm rot="10800000" flipH="1">
            <a:off x="6019283" y="3033792"/>
            <a:ext cx="0" cy="556303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Line 16 1 3 1 4"/>
          <p:cNvSpPr/>
          <p:nvPr/>
        </p:nvSpPr>
        <p:spPr>
          <a:xfrm rot="10800000" flipH="1">
            <a:off x="6019282" y="3436922"/>
            <a:ext cx="1434549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Line 16 1 3 1 4"/>
          <p:cNvSpPr/>
          <p:nvPr/>
        </p:nvSpPr>
        <p:spPr>
          <a:xfrm rot="10800000" flipH="1">
            <a:off x="7453832" y="3307353"/>
            <a:ext cx="0" cy="28274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TextBox 6"/>
          <p:cNvSpPr txBox="1"/>
          <p:nvPr/>
        </p:nvSpPr>
        <p:spPr>
          <a:xfrm>
            <a:off x="4699474" y="3313097"/>
            <a:ext cx="38183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6m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6237" y="3313097"/>
            <a:ext cx="38183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4m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44266" y="2446019"/>
            <a:ext cx="603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100kN</a:t>
            </a:r>
          </a:p>
        </p:txBody>
      </p:sp>
      <p:sp>
        <p:nvSpPr>
          <p:cNvPr id="3" name="이등변 삼각형 2"/>
          <p:cNvSpPr/>
          <p:nvPr/>
        </p:nvSpPr>
        <p:spPr>
          <a:xfrm>
            <a:off x="7383140" y="2965446"/>
            <a:ext cx="152287" cy="1340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Line 16 1 3 1 4"/>
          <p:cNvSpPr/>
          <p:nvPr/>
        </p:nvSpPr>
        <p:spPr>
          <a:xfrm rot="10800000" flipH="1">
            <a:off x="6019282" y="2446019"/>
            <a:ext cx="0" cy="431478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30" name="그룹 29"/>
          <p:cNvGrpSpPr/>
          <p:nvPr/>
        </p:nvGrpSpPr>
        <p:grpSpPr>
          <a:xfrm rot="5400000">
            <a:off x="7378686" y="2986816"/>
            <a:ext cx="150289" cy="375743"/>
            <a:chOff x="5794944" y="2079049"/>
            <a:chExt cx="630570" cy="790833"/>
          </a:xfrm>
        </p:grpSpPr>
        <p:sp>
          <p:nvSpPr>
            <p:cNvPr id="32" name="직사각형 31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" name="직선 연결선 32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EB9E0922-1DC6-7B3A-51F7-E82F8B01B15B}"/>
              </a:ext>
            </a:extLst>
          </p:cNvPr>
          <p:cNvGrpSpPr/>
          <p:nvPr/>
        </p:nvGrpSpPr>
        <p:grpSpPr>
          <a:xfrm>
            <a:off x="7904405" y="2365744"/>
            <a:ext cx="533400" cy="1333500"/>
            <a:chOff x="8794897" y="3168650"/>
            <a:chExt cx="720000" cy="1800000"/>
          </a:xfrm>
          <a:solidFill>
            <a:schemeClr val="tx1"/>
          </a:solidFill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C6F34F8-7107-C053-C16B-4571D5ED41E9}"/>
                </a:ext>
              </a:extLst>
            </p:cNvPr>
            <p:cNvSpPr/>
            <p:nvPr/>
          </p:nvSpPr>
          <p:spPr>
            <a:xfrm>
              <a:off x="9129697" y="3168650"/>
              <a:ext cx="50400" cy="1800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62AC587-D921-89B6-25DE-E9B4C0D000E6}"/>
                </a:ext>
              </a:extLst>
            </p:cNvPr>
            <p:cNvSpPr/>
            <p:nvPr/>
          </p:nvSpPr>
          <p:spPr>
            <a:xfrm>
              <a:off x="8794897" y="3168650"/>
              <a:ext cx="720000" cy="75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909CFEC-46E6-D75E-CA29-71E134B9D97F}"/>
                </a:ext>
              </a:extLst>
            </p:cNvPr>
            <p:cNvSpPr/>
            <p:nvPr/>
          </p:nvSpPr>
          <p:spPr>
            <a:xfrm>
              <a:off x="8794897" y="4892749"/>
              <a:ext cx="720000" cy="75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0824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16 1 3 1 4"/>
          <p:cNvSpPr/>
          <p:nvPr/>
        </p:nvSpPr>
        <p:spPr>
          <a:xfrm rot="10800000">
            <a:off x="4723240" y="2928376"/>
            <a:ext cx="3599999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5" name="그룹 4"/>
          <p:cNvGrpSpPr/>
          <p:nvPr/>
        </p:nvGrpSpPr>
        <p:grpSpPr>
          <a:xfrm flipH="1">
            <a:off x="4092671" y="2599403"/>
            <a:ext cx="630570" cy="607175"/>
            <a:chOff x="5794944" y="2079049"/>
            <a:chExt cx="630570" cy="790833"/>
          </a:xfrm>
        </p:grpSpPr>
        <p:sp>
          <p:nvSpPr>
            <p:cNvPr id="2" name="직사각형 1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" name="직선 연결선 3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Line 16 1 3 1 4"/>
          <p:cNvSpPr/>
          <p:nvPr/>
        </p:nvSpPr>
        <p:spPr>
          <a:xfrm rot="10800000">
            <a:off x="4728692" y="3392694"/>
            <a:ext cx="1943301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Line 16 1 3 1 4"/>
          <p:cNvSpPr/>
          <p:nvPr/>
        </p:nvSpPr>
        <p:spPr>
          <a:xfrm rot="10800000">
            <a:off x="4728693" y="3294019"/>
            <a:ext cx="0" cy="251849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TextBox 6"/>
          <p:cNvSpPr txBox="1"/>
          <p:nvPr/>
        </p:nvSpPr>
        <p:spPr>
          <a:xfrm flipH="1">
            <a:off x="5524454" y="3251113"/>
            <a:ext cx="38183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5m</a:t>
            </a:r>
          </a:p>
        </p:txBody>
      </p:sp>
      <p:sp>
        <p:nvSpPr>
          <p:cNvPr id="39" name="Line 16 1 3 1 4"/>
          <p:cNvSpPr/>
          <p:nvPr/>
        </p:nvSpPr>
        <p:spPr>
          <a:xfrm rot="10800000">
            <a:off x="6671993" y="3039983"/>
            <a:ext cx="0" cy="459744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TextBox 35"/>
          <p:cNvSpPr txBox="1"/>
          <p:nvPr/>
        </p:nvSpPr>
        <p:spPr>
          <a:xfrm>
            <a:off x="6693256" y="2446019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30kN</a:t>
            </a:r>
          </a:p>
        </p:txBody>
      </p:sp>
      <p:sp>
        <p:nvSpPr>
          <p:cNvPr id="37" name="Line 16 1 3 1 4"/>
          <p:cNvSpPr/>
          <p:nvPr/>
        </p:nvSpPr>
        <p:spPr>
          <a:xfrm rot="10800000" flipH="1">
            <a:off x="6668272" y="2446019"/>
            <a:ext cx="0" cy="431478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Line 16 1 3 1 4">
            <a:extLst>
              <a:ext uri="{FF2B5EF4-FFF2-40B4-BE49-F238E27FC236}">
                <a16:creationId xmlns:a16="http://schemas.microsoft.com/office/drawing/2014/main" id="{F4D1F480-9236-465B-8DF5-9AD8331B8780}"/>
              </a:ext>
            </a:extLst>
          </p:cNvPr>
          <p:cNvSpPr/>
          <p:nvPr/>
        </p:nvSpPr>
        <p:spPr>
          <a:xfrm rot="10800000">
            <a:off x="8324719" y="3041463"/>
            <a:ext cx="0" cy="459744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Line 16 1 3 1 4">
            <a:extLst>
              <a:ext uri="{FF2B5EF4-FFF2-40B4-BE49-F238E27FC236}">
                <a16:creationId xmlns:a16="http://schemas.microsoft.com/office/drawing/2014/main" id="{655FA0FF-DDE5-49B7-A4BB-E9094E6D58DA}"/>
              </a:ext>
            </a:extLst>
          </p:cNvPr>
          <p:cNvSpPr/>
          <p:nvPr/>
        </p:nvSpPr>
        <p:spPr>
          <a:xfrm rot="10800000">
            <a:off x="6701016" y="3394170"/>
            <a:ext cx="1618258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4CB643-CE19-45FC-AB61-5C0A404419E7}"/>
              </a:ext>
            </a:extLst>
          </p:cNvPr>
          <p:cNvSpPr txBox="1"/>
          <p:nvPr/>
        </p:nvSpPr>
        <p:spPr>
          <a:xfrm flipH="1">
            <a:off x="7300309" y="3251113"/>
            <a:ext cx="38183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3m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433FFDB-B868-393D-3AFC-2711C5FC9D36}"/>
              </a:ext>
            </a:extLst>
          </p:cNvPr>
          <p:cNvGrpSpPr/>
          <p:nvPr/>
        </p:nvGrpSpPr>
        <p:grpSpPr>
          <a:xfrm rot="5400000">
            <a:off x="10231187" y="2236240"/>
            <a:ext cx="533400" cy="1333500"/>
            <a:chOff x="8794897" y="3168650"/>
            <a:chExt cx="720000" cy="1800000"/>
          </a:xfrm>
          <a:solidFill>
            <a:schemeClr val="tx1"/>
          </a:solidFill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5748D55-3794-7F1E-3BFE-568E2D536002}"/>
                </a:ext>
              </a:extLst>
            </p:cNvPr>
            <p:cNvSpPr/>
            <p:nvPr/>
          </p:nvSpPr>
          <p:spPr>
            <a:xfrm>
              <a:off x="9129697" y="3168650"/>
              <a:ext cx="50400" cy="1800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1826CB5-4958-37F0-BD84-54B33944531E}"/>
                </a:ext>
              </a:extLst>
            </p:cNvPr>
            <p:cNvSpPr/>
            <p:nvPr/>
          </p:nvSpPr>
          <p:spPr>
            <a:xfrm>
              <a:off x="8794897" y="3168650"/>
              <a:ext cx="720000" cy="75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F91FFA8-D3AA-BD6F-B91A-F8B6C9E97752}"/>
                </a:ext>
              </a:extLst>
            </p:cNvPr>
            <p:cNvSpPr/>
            <p:nvPr/>
          </p:nvSpPr>
          <p:spPr>
            <a:xfrm>
              <a:off x="8794897" y="4892749"/>
              <a:ext cx="720000" cy="75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53868DE-4422-7155-4477-15A1C640418D}"/>
              </a:ext>
            </a:extLst>
          </p:cNvPr>
          <p:cNvSpPr txBox="1"/>
          <p:nvPr/>
        </p:nvSpPr>
        <p:spPr>
          <a:xfrm>
            <a:off x="8479680" y="2680256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30kN</a:t>
            </a:r>
          </a:p>
        </p:txBody>
      </p:sp>
      <p:sp>
        <p:nvSpPr>
          <p:cNvPr id="18" name="Line 16 1 3 1 4">
            <a:extLst>
              <a:ext uri="{FF2B5EF4-FFF2-40B4-BE49-F238E27FC236}">
                <a16:creationId xmlns:a16="http://schemas.microsoft.com/office/drawing/2014/main" id="{35AD96C5-1EAC-4B92-950F-A8B0B7A01A02}"/>
              </a:ext>
            </a:extLst>
          </p:cNvPr>
          <p:cNvSpPr/>
          <p:nvPr/>
        </p:nvSpPr>
        <p:spPr>
          <a:xfrm rot="10800000" flipH="1" flipV="1">
            <a:off x="8347045" y="2928375"/>
            <a:ext cx="526101" cy="15195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32353235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9A30A-1C5B-45B0-B6E3-99F7626D1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2021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FB9671-374F-408A-BBE8-51348AF509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193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1AD8AA70-F2D0-4B29-9C60-ED7A47880D36}"/>
              </a:ext>
            </a:extLst>
          </p:cNvPr>
          <p:cNvGrpSpPr/>
          <p:nvPr/>
        </p:nvGrpSpPr>
        <p:grpSpPr>
          <a:xfrm>
            <a:off x="7459284" y="2599403"/>
            <a:ext cx="630570" cy="607175"/>
            <a:chOff x="5794944" y="2079049"/>
            <a:chExt cx="630570" cy="790833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23CE47F8-721E-4268-9DF2-E535EA657EAE}"/>
                </a:ext>
              </a:extLst>
            </p:cNvPr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i="1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67A1F7BF-71C2-4C4A-8F56-2F9F12D3468B}"/>
                </a:ext>
              </a:extLst>
            </p:cNvPr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Line 16 1 3 1 4"/>
          <p:cNvSpPr/>
          <p:nvPr/>
        </p:nvSpPr>
        <p:spPr>
          <a:xfrm rot="10800000" flipH="1">
            <a:off x="3859284" y="2928376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타원 11"/>
          <p:cNvSpPr/>
          <p:nvPr/>
        </p:nvSpPr>
        <p:spPr>
          <a:xfrm>
            <a:off x="3792236" y="2965446"/>
            <a:ext cx="134096" cy="13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grpSp>
        <p:nvGrpSpPr>
          <p:cNvPr id="13" name="그룹 12"/>
          <p:cNvGrpSpPr/>
          <p:nvPr/>
        </p:nvGrpSpPr>
        <p:grpSpPr>
          <a:xfrm rot="5400000">
            <a:off x="3784139" y="2986815"/>
            <a:ext cx="150287" cy="375743"/>
            <a:chOff x="5794944" y="2079049"/>
            <a:chExt cx="630570" cy="790833"/>
          </a:xfrm>
        </p:grpSpPr>
        <p:sp>
          <p:nvSpPr>
            <p:cNvPr id="14" name="직사각형 13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15" name="직선 연결선 14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Line 16 1 3 1 4"/>
          <p:cNvSpPr/>
          <p:nvPr/>
        </p:nvSpPr>
        <p:spPr>
          <a:xfrm rot="10800000" flipH="1">
            <a:off x="3859283" y="3436922"/>
            <a:ext cx="21600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Line 16 1 3 1 4"/>
          <p:cNvSpPr/>
          <p:nvPr/>
        </p:nvSpPr>
        <p:spPr>
          <a:xfrm rot="10800000" flipH="1">
            <a:off x="3869436" y="3307353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Line 16 1 3 1 4"/>
          <p:cNvSpPr/>
          <p:nvPr/>
        </p:nvSpPr>
        <p:spPr>
          <a:xfrm rot="10800000" flipH="1">
            <a:off x="6019283" y="3033792"/>
            <a:ext cx="0" cy="556303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Line 16 1 3 1 4"/>
          <p:cNvSpPr/>
          <p:nvPr/>
        </p:nvSpPr>
        <p:spPr>
          <a:xfrm rot="10800000" flipH="1">
            <a:off x="6019282" y="3436922"/>
            <a:ext cx="1434549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Line 16 1 3 1 4"/>
          <p:cNvSpPr/>
          <p:nvPr/>
        </p:nvSpPr>
        <p:spPr>
          <a:xfrm rot="10800000" flipH="1">
            <a:off x="7453832" y="3307353"/>
            <a:ext cx="0" cy="28274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TextBox 6"/>
          <p:cNvSpPr txBox="1"/>
          <p:nvPr/>
        </p:nvSpPr>
        <p:spPr>
          <a:xfrm>
            <a:off x="4779750" y="3313097"/>
            <a:ext cx="356188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i="1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aL</a:t>
            </a:r>
            <a:endParaRPr lang="en-US" sz="1200" i="1" dirty="0">
              <a:latin typeface="KoPubWorld바탕체_Pro Light" panose="00000300000000000000" pitchFamily="50" charset="-127"/>
              <a:ea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86237" y="3313097"/>
            <a:ext cx="63511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(1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-a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)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44266" y="244601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P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28" name="Line 16 1 3 1 4"/>
          <p:cNvSpPr/>
          <p:nvPr/>
        </p:nvSpPr>
        <p:spPr>
          <a:xfrm rot="10800000" flipH="1">
            <a:off x="6019282" y="2446019"/>
            <a:ext cx="0" cy="431478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TextBox 20"/>
          <p:cNvSpPr txBox="1"/>
          <p:nvPr/>
        </p:nvSpPr>
        <p:spPr>
          <a:xfrm>
            <a:off x="3654888" y="2740429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45896" y="2660143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2355391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1AD8AA70-F2D0-4B29-9C60-ED7A47880D36}"/>
              </a:ext>
            </a:extLst>
          </p:cNvPr>
          <p:cNvGrpSpPr/>
          <p:nvPr/>
        </p:nvGrpSpPr>
        <p:grpSpPr>
          <a:xfrm>
            <a:off x="7459284" y="2599403"/>
            <a:ext cx="630570" cy="607175"/>
            <a:chOff x="5794944" y="2079049"/>
            <a:chExt cx="630570" cy="790833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23CE47F8-721E-4268-9DF2-E535EA657EAE}"/>
                </a:ext>
              </a:extLst>
            </p:cNvPr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i="1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67A1F7BF-71C2-4C4A-8F56-2F9F12D3468B}"/>
                </a:ext>
              </a:extLst>
            </p:cNvPr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Line 16 1 3 1 4"/>
          <p:cNvSpPr/>
          <p:nvPr/>
        </p:nvSpPr>
        <p:spPr>
          <a:xfrm rot="10800000" flipH="1">
            <a:off x="3859284" y="2928376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Line 16 1 3 1 4"/>
          <p:cNvSpPr/>
          <p:nvPr/>
        </p:nvSpPr>
        <p:spPr>
          <a:xfrm rot="10800000" flipH="1">
            <a:off x="3859283" y="3436922"/>
            <a:ext cx="1199502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Line 16 1 3 1 4"/>
          <p:cNvSpPr/>
          <p:nvPr/>
        </p:nvSpPr>
        <p:spPr>
          <a:xfrm rot="10800000" flipH="1">
            <a:off x="3869436" y="3358780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Line 16 1 3 1 4"/>
          <p:cNvSpPr/>
          <p:nvPr/>
        </p:nvSpPr>
        <p:spPr>
          <a:xfrm rot="10800000" flipH="1">
            <a:off x="5064235" y="3043578"/>
            <a:ext cx="0" cy="556303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Line 16 1 3 1 4"/>
          <p:cNvSpPr/>
          <p:nvPr/>
        </p:nvSpPr>
        <p:spPr>
          <a:xfrm rot="10800000" flipH="1">
            <a:off x="7453832" y="3317140"/>
            <a:ext cx="0" cy="28274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TextBox 6"/>
          <p:cNvSpPr txBox="1"/>
          <p:nvPr/>
        </p:nvSpPr>
        <p:spPr>
          <a:xfrm>
            <a:off x="4268021" y="3313097"/>
            <a:ext cx="42992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L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/3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59283" y="2655760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45896" y="2660143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B</a:t>
            </a:r>
          </a:p>
        </p:txBody>
      </p:sp>
      <p:sp>
        <p:nvSpPr>
          <p:cNvPr id="36" name="Line 16 1 3 1 4">
            <a:extLst>
              <a:ext uri="{FF2B5EF4-FFF2-40B4-BE49-F238E27FC236}">
                <a16:creationId xmlns:a16="http://schemas.microsoft.com/office/drawing/2014/main" id="{9BCADA17-4E9C-47BC-8A19-DC3A9434F566}"/>
              </a:ext>
            </a:extLst>
          </p:cNvPr>
          <p:cNvSpPr/>
          <p:nvPr/>
        </p:nvSpPr>
        <p:spPr>
          <a:xfrm rot="10800000" flipH="1">
            <a:off x="5078864" y="3439718"/>
            <a:ext cx="2365193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BA05B3-AAC4-487C-9468-F24CCC75341E}"/>
              </a:ext>
            </a:extLst>
          </p:cNvPr>
          <p:cNvSpPr txBox="1"/>
          <p:nvPr/>
        </p:nvSpPr>
        <p:spPr>
          <a:xfrm>
            <a:off x="6049285" y="3315893"/>
            <a:ext cx="518091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2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L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/3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A4C046D-B119-4776-B228-BBA1CF0B2B33}"/>
              </a:ext>
            </a:extLst>
          </p:cNvPr>
          <p:cNvGrpSpPr/>
          <p:nvPr/>
        </p:nvGrpSpPr>
        <p:grpSpPr>
          <a:xfrm rot="10800000">
            <a:off x="3224237" y="2600801"/>
            <a:ext cx="630570" cy="607175"/>
            <a:chOff x="5794944" y="2079049"/>
            <a:chExt cx="630570" cy="790833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A5681761-149F-41E7-B442-B03CE7ADCBED}"/>
                </a:ext>
              </a:extLst>
            </p:cNvPr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i="1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5BE95D96-94A8-4FC3-B87D-C0EA0F23800F}"/>
                </a:ext>
              </a:extLst>
            </p:cNvPr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Line 16 1 3 1 4">
            <a:extLst>
              <a:ext uri="{FF2B5EF4-FFF2-40B4-BE49-F238E27FC236}">
                <a16:creationId xmlns:a16="http://schemas.microsoft.com/office/drawing/2014/main" id="{595C92CB-F8DE-4137-A39D-F8C7E0A8DD1D}"/>
              </a:ext>
            </a:extLst>
          </p:cNvPr>
          <p:cNvSpPr/>
          <p:nvPr/>
        </p:nvSpPr>
        <p:spPr>
          <a:xfrm rot="13331252" flipH="1">
            <a:off x="3733079" y="2408342"/>
            <a:ext cx="154176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233AAFA-7A00-4BBC-B56C-D9B7DBEAA3D2}"/>
              </a:ext>
            </a:extLst>
          </p:cNvPr>
          <p:cNvGrpSpPr/>
          <p:nvPr/>
        </p:nvGrpSpPr>
        <p:grpSpPr>
          <a:xfrm rot="7995709">
            <a:off x="3666935" y="1662489"/>
            <a:ext cx="375743" cy="284384"/>
            <a:chOff x="3671411" y="1237312"/>
            <a:chExt cx="375743" cy="284384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0CD09855-F23A-4FD4-96CB-6EA89334D739}"/>
                </a:ext>
              </a:extLst>
            </p:cNvPr>
            <p:cNvSpPr/>
            <p:nvPr/>
          </p:nvSpPr>
          <p:spPr>
            <a:xfrm>
              <a:off x="3792236" y="1237312"/>
              <a:ext cx="134096" cy="1340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05676ECB-ABA5-4404-8FBC-230FD475AE3F}"/>
                </a:ext>
              </a:extLst>
            </p:cNvPr>
            <p:cNvGrpSpPr/>
            <p:nvPr/>
          </p:nvGrpSpPr>
          <p:grpSpPr>
            <a:xfrm rot="5400000">
              <a:off x="3784139" y="1258681"/>
              <a:ext cx="150287" cy="375743"/>
              <a:chOff x="5794944" y="2079049"/>
              <a:chExt cx="630570" cy="790833"/>
            </a:xfrm>
          </p:grpSpPr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370054A1-6C88-4060-8614-9630B17B9840}"/>
                  </a:ext>
                </a:extLst>
              </p:cNvPr>
              <p:cNvSpPr/>
              <p:nvPr/>
            </p:nvSpPr>
            <p:spPr>
              <a:xfrm>
                <a:off x="5794944" y="2079049"/>
                <a:ext cx="630570" cy="790833"/>
              </a:xfrm>
              <a:prstGeom prst="rect">
                <a:avLst/>
              </a:pr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KoPubWorld바탕체_Pro Light" panose="00000300000000000000" pitchFamily="50" charset="-127"/>
                  <a:cs typeface="KoPubWorld바탕체_Pro Light" panose="00000300000000000000" pitchFamily="50" charset="-127"/>
                </a:endParaRPr>
              </a:p>
            </p:txBody>
          </p:sp>
          <p:cxnSp>
            <p:nvCxnSpPr>
              <p:cNvPr id="47" name="직선 연결선 46">
                <a:extLst>
                  <a:ext uri="{FF2B5EF4-FFF2-40B4-BE49-F238E27FC236}">
                    <a16:creationId xmlns:a16="http://schemas.microsoft.com/office/drawing/2014/main" id="{04CB41D2-AD93-408E-8B68-22C82FADB9D9}"/>
                  </a:ext>
                </a:extLst>
              </p:cNvPr>
              <p:cNvCxnSpPr/>
              <p:nvPr/>
            </p:nvCxnSpPr>
            <p:spPr>
              <a:xfrm>
                <a:off x="5794944" y="2079049"/>
                <a:ext cx="0" cy="79083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A208250E-643B-46CE-AB1A-3FD5FA7074DC}"/>
              </a:ext>
            </a:extLst>
          </p:cNvPr>
          <p:cNvGrpSpPr/>
          <p:nvPr/>
        </p:nvGrpSpPr>
        <p:grpSpPr>
          <a:xfrm rot="2591389">
            <a:off x="3921124" y="1828805"/>
            <a:ext cx="1632594" cy="556303"/>
            <a:chOff x="4078795" y="1129630"/>
            <a:chExt cx="1199502" cy="556303"/>
          </a:xfrm>
        </p:grpSpPr>
        <p:sp>
          <p:nvSpPr>
            <p:cNvPr id="49" name="Line 16 1 3 1 4">
              <a:extLst>
                <a:ext uri="{FF2B5EF4-FFF2-40B4-BE49-F238E27FC236}">
                  <a16:creationId xmlns:a16="http://schemas.microsoft.com/office/drawing/2014/main" id="{B57EB87F-A6F3-48BB-95C3-1FED89208FE7}"/>
                </a:ext>
              </a:extLst>
            </p:cNvPr>
            <p:cNvSpPr/>
            <p:nvPr/>
          </p:nvSpPr>
          <p:spPr>
            <a:xfrm rot="10800000" flipH="1">
              <a:off x="4078795" y="1273958"/>
              <a:ext cx="1199502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0" name="Line 16 1 3 1 4">
              <a:extLst>
                <a:ext uri="{FF2B5EF4-FFF2-40B4-BE49-F238E27FC236}">
                  <a16:creationId xmlns:a16="http://schemas.microsoft.com/office/drawing/2014/main" id="{C8019ADF-7332-487D-9611-6D6BBE61A046}"/>
                </a:ext>
              </a:extLst>
            </p:cNvPr>
            <p:cNvSpPr/>
            <p:nvPr/>
          </p:nvSpPr>
          <p:spPr>
            <a:xfrm rot="10800000" flipH="1">
              <a:off x="4088948" y="1195816"/>
              <a:ext cx="0" cy="241101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1" name="Line 16 1 3 1 4">
              <a:extLst>
                <a:ext uri="{FF2B5EF4-FFF2-40B4-BE49-F238E27FC236}">
                  <a16:creationId xmlns:a16="http://schemas.microsoft.com/office/drawing/2014/main" id="{EBDC3B33-7808-4513-831C-6FD14B7E6591}"/>
                </a:ext>
              </a:extLst>
            </p:cNvPr>
            <p:cNvSpPr/>
            <p:nvPr/>
          </p:nvSpPr>
          <p:spPr>
            <a:xfrm rot="10800000" flipH="1">
              <a:off x="5277960" y="1129630"/>
              <a:ext cx="0" cy="556303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042A411E-D90D-4751-8729-1A50C0F6CE60}"/>
              </a:ext>
            </a:extLst>
          </p:cNvPr>
          <p:cNvSpPr txBox="1"/>
          <p:nvPr/>
        </p:nvSpPr>
        <p:spPr>
          <a:xfrm>
            <a:off x="4634087" y="1781292"/>
            <a:ext cx="42992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L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/2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B16BE5-A8F2-4E01-9C74-ED504410B83D}"/>
              </a:ext>
            </a:extLst>
          </p:cNvPr>
          <p:cNvSpPr txBox="1"/>
          <p:nvPr/>
        </p:nvSpPr>
        <p:spPr>
          <a:xfrm>
            <a:off x="3734846" y="1902148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C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4961187-862B-4254-8D88-9641C2B6AE55}"/>
              </a:ext>
            </a:extLst>
          </p:cNvPr>
          <p:cNvSpPr txBox="1"/>
          <p:nvPr/>
        </p:nvSpPr>
        <p:spPr>
          <a:xfrm>
            <a:off x="5028150" y="2918615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D</a:t>
            </a:r>
          </a:p>
        </p:txBody>
      </p:sp>
      <p:sp>
        <p:nvSpPr>
          <p:cNvPr id="55" name="원호 54">
            <a:extLst>
              <a:ext uri="{FF2B5EF4-FFF2-40B4-BE49-F238E27FC236}">
                <a16:creationId xmlns:a16="http://schemas.microsoft.com/office/drawing/2014/main" id="{A9976C63-EF3F-4DA8-8486-80A73BB49D04}"/>
              </a:ext>
            </a:extLst>
          </p:cNvPr>
          <p:cNvSpPr/>
          <p:nvPr/>
        </p:nvSpPr>
        <p:spPr>
          <a:xfrm flipH="1">
            <a:off x="4886148" y="2734448"/>
            <a:ext cx="360000" cy="360000"/>
          </a:xfrm>
          <a:prstGeom prst="arc">
            <a:avLst>
              <a:gd name="adj1" fmla="val 12259889"/>
              <a:gd name="adj2" fmla="val 4340779"/>
            </a:avLst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i="1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EC25322-B135-4746-A39A-A9385E15E6F2}"/>
              </a:ext>
            </a:extLst>
          </p:cNvPr>
          <p:cNvSpPr txBox="1"/>
          <p:nvPr/>
        </p:nvSpPr>
        <p:spPr>
          <a:xfrm>
            <a:off x="5028526" y="2464365"/>
            <a:ext cx="325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9589836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1AD8AA70-F2D0-4B29-9C60-ED7A47880D36}"/>
              </a:ext>
            </a:extLst>
          </p:cNvPr>
          <p:cNvGrpSpPr/>
          <p:nvPr/>
        </p:nvGrpSpPr>
        <p:grpSpPr>
          <a:xfrm>
            <a:off x="7459284" y="2599403"/>
            <a:ext cx="630570" cy="607175"/>
            <a:chOff x="5794944" y="2079049"/>
            <a:chExt cx="630570" cy="790833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23CE47F8-721E-4268-9DF2-E535EA657EAE}"/>
                </a:ext>
              </a:extLst>
            </p:cNvPr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i="1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67A1F7BF-71C2-4C4A-8F56-2F9F12D3468B}"/>
                </a:ext>
              </a:extLst>
            </p:cNvPr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Line 16 1 3 1 4"/>
          <p:cNvSpPr/>
          <p:nvPr/>
        </p:nvSpPr>
        <p:spPr>
          <a:xfrm rot="10800000" flipH="1">
            <a:off x="3859284" y="2928376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타원 11"/>
          <p:cNvSpPr/>
          <p:nvPr/>
        </p:nvSpPr>
        <p:spPr>
          <a:xfrm>
            <a:off x="3792236" y="2965446"/>
            <a:ext cx="134096" cy="13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grpSp>
        <p:nvGrpSpPr>
          <p:cNvPr id="13" name="그룹 12"/>
          <p:cNvGrpSpPr/>
          <p:nvPr/>
        </p:nvGrpSpPr>
        <p:grpSpPr>
          <a:xfrm rot="5400000">
            <a:off x="3784139" y="2986815"/>
            <a:ext cx="150287" cy="375743"/>
            <a:chOff x="5794944" y="2079049"/>
            <a:chExt cx="630570" cy="790833"/>
          </a:xfrm>
        </p:grpSpPr>
        <p:sp>
          <p:nvSpPr>
            <p:cNvPr id="14" name="직사각형 13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15" name="직선 연결선 14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Line 16 1 3 1 4"/>
          <p:cNvSpPr/>
          <p:nvPr/>
        </p:nvSpPr>
        <p:spPr>
          <a:xfrm rot="10800000" flipH="1">
            <a:off x="3859282" y="3436922"/>
            <a:ext cx="3594549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Line 16 1 3 1 4"/>
          <p:cNvSpPr/>
          <p:nvPr/>
        </p:nvSpPr>
        <p:spPr>
          <a:xfrm rot="10800000" flipH="1">
            <a:off x="3869436" y="3307353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Line 16 1 3 1 4"/>
          <p:cNvSpPr/>
          <p:nvPr/>
        </p:nvSpPr>
        <p:spPr>
          <a:xfrm rot="10800000" flipH="1">
            <a:off x="7453832" y="3307353"/>
            <a:ext cx="0" cy="28274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TextBox 6"/>
          <p:cNvSpPr txBox="1"/>
          <p:nvPr/>
        </p:nvSpPr>
        <p:spPr>
          <a:xfrm>
            <a:off x="5517981" y="3313097"/>
            <a:ext cx="26962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4888" y="2740429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45896" y="2895035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B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A9A331D-C0F8-4284-92E6-41465E573ED5}"/>
              </a:ext>
            </a:extLst>
          </p:cNvPr>
          <p:cNvSpPr/>
          <p:nvPr/>
        </p:nvSpPr>
        <p:spPr>
          <a:xfrm rot="5400000">
            <a:off x="5506747" y="958517"/>
            <a:ext cx="299598" cy="3581372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A1E238-6529-41A1-A8D3-38275504200A}"/>
              </a:ext>
            </a:extLst>
          </p:cNvPr>
          <p:cNvSpPr txBox="1"/>
          <p:nvPr/>
        </p:nvSpPr>
        <p:spPr>
          <a:xfrm>
            <a:off x="5656546" y="2366931"/>
            <a:ext cx="12841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w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20559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1AD8AA70-F2D0-4B29-9C60-ED7A47880D36}"/>
              </a:ext>
            </a:extLst>
          </p:cNvPr>
          <p:cNvGrpSpPr/>
          <p:nvPr/>
        </p:nvGrpSpPr>
        <p:grpSpPr>
          <a:xfrm>
            <a:off x="7459284" y="2599403"/>
            <a:ext cx="630570" cy="607175"/>
            <a:chOff x="5794944" y="2079049"/>
            <a:chExt cx="630570" cy="790833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23CE47F8-721E-4268-9DF2-E535EA657EAE}"/>
                </a:ext>
              </a:extLst>
            </p:cNvPr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i="1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67A1F7BF-71C2-4C4A-8F56-2F9F12D3468B}"/>
                </a:ext>
              </a:extLst>
            </p:cNvPr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Line 16 1 3 1 4"/>
          <p:cNvSpPr/>
          <p:nvPr/>
        </p:nvSpPr>
        <p:spPr>
          <a:xfrm rot="10800000" flipH="1">
            <a:off x="3859284" y="2928376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타원 11"/>
          <p:cNvSpPr/>
          <p:nvPr/>
        </p:nvSpPr>
        <p:spPr>
          <a:xfrm>
            <a:off x="5042197" y="2965446"/>
            <a:ext cx="134096" cy="13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grpSp>
        <p:nvGrpSpPr>
          <p:cNvPr id="13" name="그룹 12"/>
          <p:cNvGrpSpPr/>
          <p:nvPr/>
        </p:nvGrpSpPr>
        <p:grpSpPr>
          <a:xfrm rot="5400000">
            <a:off x="5034100" y="2986815"/>
            <a:ext cx="150287" cy="375743"/>
            <a:chOff x="5794944" y="2079049"/>
            <a:chExt cx="630570" cy="790833"/>
          </a:xfrm>
        </p:grpSpPr>
        <p:sp>
          <p:nvSpPr>
            <p:cNvPr id="14" name="직사각형 13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15" name="직선 연결선 14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Line 16 1 3 1 4"/>
          <p:cNvSpPr/>
          <p:nvPr/>
        </p:nvSpPr>
        <p:spPr>
          <a:xfrm rot="10800000" flipH="1">
            <a:off x="5119397" y="3436922"/>
            <a:ext cx="2334434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Line 16 1 3 1 4"/>
          <p:cNvSpPr/>
          <p:nvPr/>
        </p:nvSpPr>
        <p:spPr>
          <a:xfrm rot="10800000" flipH="1">
            <a:off x="5119397" y="3307353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Line 16 1 3 1 4"/>
          <p:cNvSpPr/>
          <p:nvPr/>
        </p:nvSpPr>
        <p:spPr>
          <a:xfrm rot="10800000" flipH="1">
            <a:off x="7453832" y="3307353"/>
            <a:ext cx="0" cy="28274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TextBox 6"/>
          <p:cNvSpPr txBox="1"/>
          <p:nvPr/>
        </p:nvSpPr>
        <p:spPr>
          <a:xfrm>
            <a:off x="6180712" y="3313097"/>
            <a:ext cx="26962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5576" y="2899820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45896" y="2895035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C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A9A331D-C0F8-4284-92E6-41465E573ED5}"/>
              </a:ext>
            </a:extLst>
          </p:cNvPr>
          <p:cNvSpPr/>
          <p:nvPr/>
        </p:nvSpPr>
        <p:spPr>
          <a:xfrm rot="5400000">
            <a:off x="5506747" y="958517"/>
            <a:ext cx="299598" cy="3581372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A1E238-6529-41A1-A8D3-38275504200A}"/>
              </a:ext>
            </a:extLst>
          </p:cNvPr>
          <p:cNvSpPr txBox="1"/>
          <p:nvPr/>
        </p:nvSpPr>
        <p:spPr>
          <a:xfrm>
            <a:off x="5656546" y="2366931"/>
            <a:ext cx="12841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w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18" name="Line 16 1 3 1 4">
            <a:extLst>
              <a:ext uri="{FF2B5EF4-FFF2-40B4-BE49-F238E27FC236}">
                <a16:creationId xmlns:a16="http://schemas.microsoft.com/office/drawing/2014/main" id="{7118FD8B-477A-420B-BB82-A2936DDB19BD}"/>
              </a:ext>
            </a:extLst>
          </p:cNvPr>
          <p:cNvSpPr/>
          <p:nvPr/>
        </p:nvSpPr>
        <p:spPr>
          <a:xfrm rot="10800000" flipH="1">
            <a:off x="3859284" y="3438320"/>
            <a:ext cx="1272192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Line 16 1 3 1 4">
            <a:extLst>
              <a:ext uri="{FF2B5EF4-FFF2-40B4-BE49-F238E27FC236}">
                <a16:creationId xmlns:a16="http://schemas.microsoft.com/office/drawing/2014/main" id="{4578E2E9-1213-400F-9281-1D166A1FC543}"/>
              </a:ext>
            </a:extLst>
          </p:cNvPr>
          <p:cNvSpPr/>
          <p:nvPr/>
        </p:nvSpPr>
        <p:spPr>
          <a:xfrm rot="10800000" flipH="1">
            <a:off x="3862445" y="3308751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BB4654-B5B0-478E-A2A0-285E08EA1032}"/>
              </a:ext>
            </a:extLst>
          </p:cNvPr>
          <p:cNvSpPr txBox="1"/>
          <p:nvPr/>
        </p:nvSpPr>
        <p:spPr>
          <a:xfrm>
            <a:off x="4395253" y="3314495"/>
            <a:ext cx="356188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i="1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aL</a:t>
            </a:r>
            <a:endParaRPr lang="en-US" sz="1200" i="1" dirty="0">
              <a:latin typeface="KoPubWorld바탕체_Pro Light" panose="00000300000000000000" pitchFamily="50" charset="-127"/>
              <a:ea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CAEA93-F722-4CF8-BD2F-0E5EB2F3E380}"/>
              </a:ext>
            </a:extLst>
          </p:cNvPr>
          <p:cNvSpPr txBox="1"/>
          <p:nvPr/>
        </p:nvSpPr>
        <p:spPr>
          <a:xfrm>
            <a:off x="3689842" y="2901218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5771783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 rot="5400000">
            <a:off x="4792772" y="1672492"/>
            <a:ext cx="299598" cy="2153421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8" name="Line 16 1 3 1 4"/>
          <p:cNvSpPr/>
          <p:nvPr/>
        </p:nvSpPr>
        <p:spPr>
          <a:xfrm rot="10800000" flipH="1">
            <a:off x="3859284" y="2928376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타원 11"/>
          <p:cNvSpPr/>
          <p:nvPr/>
        </p:nvSpPr>
        <p:spPr>
          <a:xfrm>
            <a:off x="3792236" y="2965446"/>
            <a:ext cx="134096" cy="13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3" name="이등변 삼각형 2"/>
          <p:cNvSpPr/>
          <p:nvPr/>
        </p:nvSpPr>
        <p:spPr>
          <a:xfrm>
            <a:off x="7383140" y="2965446"/>
            <a:ext cx="152287" cy="1340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94477" y="2360227"/>
            <a:ext cx="7681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w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 </a:t>
            </a:r>
            <a:r>
              <a:rPr lang="en-US" sz="1200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kN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/m</a:t>
            </a:r>
          </a:p>
        </p:txBody>
      </p:sp>
      <p:grpSp>
        <p:nvGrpSpPr>
          <p:cNvPr id="27" name="그룹 26"/>
          <p:cNvGrpSpPr/>
          <p:nvPr/>
        </p:nvGrpSpPr>
        <p:grpSpPr>
          <a:xfrm rot="5400000">
            <a:off x="3784139" y="2986815"/>
            <a:ext cx="150287" cy="375743"/>
            <a:chOff x="5794944" y="2079049"/>
            <a:chExt cx="630570" cy="790833"/>
          </a:xfrm>
        </p:grpSpPr>
        <p:sp>
          <p:nvSpPr>
            <p:cNvPr id="28" name="직사각형 27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Line 16 1 3 1 4"/>
          <p:cNvSpPr/>
          <p:nvPr/>
        </p:nvSpPr>
        <p:spPr>
          <a:xfrm rot="10800000" flipH="1">
            <a:off x="3859283" y="3436922"/>
            <a:ext cx="21600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Line 16 1 3 1 4"/>
          <p:cNvSpPr/>
          <p:nvPr/>
        </p:nvSpPr>
        <p:spPr>
          <a:xfrm rot="10800000" flipH="1">
            <a:off x="3869436" y="3307353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Line 16 1 3 1 4"/>
          <p:cNvSpPr/>
          <p:nvPr/>
        </p:nvSpPr>
        <p:spPr>
          <a:xfrm rot="10800000" flipH="1">
            <a:off x="6019283" y="3033792"/>
            <a:ext cx="0" cy="556303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" name="Line 16 1 3 1 4"/>
          <p:cNvSpPr/>
          <p:nvPr/>
        </p:nvSpPr>
        <p:spPr>
          <a:xfrm rot="10800000" flipH="1">
            <a:off x="6019282" y="3439750"/>
            <a:ext cx="7200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" name="Line 16 1 3 1 4"/>
          <p:cNvSpPr/>
          <p:nvPr/>
        </p:nvSpPr>
        <p:spPr>
          <a:xfrm rot="10800000" flipH="1">
            <a:off x="7453832" y="3307353"/>
            <a:ext cx="0" cy="28274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" name="TextBox 38"/>
          <p:cNvSpPr txBox="1"/>
          <p:nvPr/>
        </p:nvSpPr>
        <p:spPr>
          <a:xfrm>
            <a:off x="4699620" y="3301251"/>
            <a:ext cx="45397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a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 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88364" y="3301251"/>
            <a:ext cx="46038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b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 m</a:t>
            </a:r>
          </a:p>
        </p:txBody>
      </p:sp>
      <p:grpSp>
        <p:nvGrpSpPr>
          <p:cNvPr id="41" name="그룹 40"/>
          <p:cNvGrpSpPr/>
          <p:nvPr/>
        </p:nvGrpSpPr>
        <p:grpSpPr>
          <a:xfrm rot="5400000">
            <a:off x="7378686" y="2986816"/>
            <a:ext cx="150289" cy="375743"/>
            <a:chOff x="5794944" y="2079049"/>
            <a:chExt cx="630570" cy="790833"/>
          </a:xfrm>
        </p:grpSpPr>
        <p:sp>
          <p:nvSpPr>
            <p:cNvPr id="42" name="직사각형 41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43" name="직선 연결선 42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Line 16 1 3 1 4"/>
          <p:cNvSpPr/>
          <p:nvPr/>
        </p:nvSpPr>
        <p:spPr>
          <a:xfrm rot="10800000" flipH="1">
            <a:off x="6733834" y="3033791"/>
            <a:ext cx="0" cy="556303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Line 16 1 3 1 4"/>
          <p:cNvSpPr/>
          <p:nvPr/>
        </p:nvSpPr>
        <p:spPr>
          <a:xfrm rot="10800000" flipH="1">
            <a:off x="6733833" y="3436921"/>
            <a:ext cx="7200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TextBox 25"/>
          <p:cNvSpPr txBox="1"/>
          <p:nvPr/>
        </p:nvSpPr>
        <p:spPr>
          <a:xfrm>
            <a:off x="6902915" y="3301251"/>
            <a:ext cx="45397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c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 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35473" y="2446019"/>
            <a:ext cx="5421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P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 </a:t>
            </a:r>
            <a:r>
              <a:rPr lang="en-US" sz="1200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kN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32" name="Line 16 1 3 1 4"/>
          <p:cNvSpPr/>
          <p:nvPr/>
        </p:nvSpPr>
        <p:spPr>
          <a:xfrm rot="10800000" flipH="1">
            <a:off x="6719367" y="2446019"/>
            <a:ext cx="0" cy="431478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41034844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 rot="5400000">
            <a:off x="5150047" y="1315217"/>
            <a:ext cx="299598" cy="2867971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8" name="Line 16 1 3 1 4"/>
          <p:cNvSpPr/>
          <p:nvPr/>
        </p:nvSpPr>
        <p:spPr>
          <a:xfrm rot="10800000" flipH="1">
            <a:off x="3859284" y="2928376"/>
            <a:ext cx="4249666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타원 11"/>
          <p:cNvSpPr/>
          <p:nvPr/>
        </p:nvSpPr>
        <p:spPr>
          <a:xfrm>
            <a:off x="3792236" y="2965446"/>
            <a:ext cx="134096" cy="13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3" name="이등변 삼각형 2"/>
          <p:cNvSpPr/>
          <p:nvPr/>
        </p:nvSpPr>
        <p:spPr>
          <a:xfrm>
            <a:off x="6640190" y="2965446"/>
            <a:ext cx="152287" cy="1340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89777" y="236022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w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grpSp>
        <p:nvGrpSpPr>
          <p:cNvPr id="27" name="그룹 26"/>
          <p:cNvGrpSpPr/>
          <p:nvPr/>
        </p:nvGrpSpPr>
        <p:grpSpPr>
          <a:xfrm rot="5400000">
            <a:off x="3784139" y="2986815"/>
            <a:ext cx="150287" cy="375743"/>
            <a:chOff x="5794944" y="2079049"/>
            <a:chExt cx="630570" cy="790833"/>
          </a:xfrm>
        </p:grpSpPr>
        <p:sp>
          <p:nvSpPr>
            <p:cNvPr id="28" name="직사각형 27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Line 16 1 3 1 4"/>
          <p:cNvSpPr/>
          <p:nvPr/>
        </p:nvSpPr>
        <p:spPr>
          <a:xfrm rot="10800000" flipH="1">
            <a:off x="3859282" y="3436922"/>
            <a:ext cx="2874549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Line 16 1 3 1 4"/>
          <p:cNvSpPr/>
          <p:nvPr/>
        </p:nvSpPr>
        <p:spPr>
          <a:xfrm rot="10800000" flipH="1">
            <a:off x="3869436" y="3307353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" name="Line 16 1 3 1 4"/>
          <p:cNvSpPr/>
          <p:nvPr/>
        </p:nvSpPr>
        <p:spPr>
          <a:xfrm rot="10800000" flipH="1">
            <a:off x="8095992" y="3307353"/>
            <a:ext cx="0" cy="28274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" name="TextBox 38"/>
          <p:cNvSpPr txBox="1"/>
          <p:nvPr/>
        </p:nvSpPr>
        <p:spPr>
          <a:xfrm>
            <a:off x="5169520" y="3301251"/>
            <a:ext cx="356188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i="1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aL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grpSp>
        <p:nvGrpSpPr>
          <p:cNvPr id="41" name="그룹 40"/>
          <p:cNvGrpSpPr/>
          <p:nvPr/>
        </p:nvGrpSpPr>
        <p:grpSpPr>
          <a:xfrm rot="5400000">
            <a:off x="6635736" y="2986816"/>
            <a:ext cx="150289" cy="375743"/>
            <a:chOff x="5794944" y="2079049"/>
            <a:chExt cx="630570" cy="790833"/>
          </a:xfrm>
        </p:grpSpPr>
        <p:sp>
          <p:nvSpPr>
            <p:cNvPr id="42" name="직사각형 41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43" name="직선 연결선 42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Line 16 1 3 1 4"/>
          <p:cNvSpPr/>
          <p:nvPr/>
        </p:nvSpPr>
        <p:spPr>
          <a:xfrm rot="10800000" flipH="1">
            <a:off x="6733834" y="3286897"/>
            <a:ext cx="0" cy="303196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Line 16 1 3 1 4"/>
          <p:cNvSpPr/>
          <p:nvPr/>
        </p:nvSpPr>
        <p:spPr>
          <a:xfrm rot="10800000" flipH="1">
            <a:off x="6733832" y="3436921"/>
            <a:ext cx="1375117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TextBox 25"/>
          <p:cNvSpPr txBox="1"/>
          <p:nvPr/>
        </p:nvSpPr>
        <p:spPr>
          <a:xfrm>
            <a:off x="7245695" y="3320301"/>
            <a:ext cx="353592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i="1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bL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114233" y="244601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P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32" name="Line 16 1 3 1 4"/>
          <p:cNvSpPr/>
          <p:nvPr/>
        </p:nvSpPr>
        <p:spPr>
          <a:xfrm rot="10800000" flipH="1">
            <a:off x="8098127" y="2446019"/>
            <a:ext cx="0" cy="431478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42331417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16 1 3 1 4"/>
          <p:cNvSpPr/>
          <p:nvPr/>
        </p:nvSpPr>
        <p:spPr>
          <a:xfrm rot="10800000" flipH="1">
            <a:off x="3859284" y="2928376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타원 9"/>
          <p:cNvSpPr/>
          <p:nvPr/>
        </p:nvSpPr>
        <p:spPr>
          <a:xfrm>
            <a:off x="5987012" y="2890906"/>
            <a:ext cx="74140" cy="7414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3792236" y="2965446"/>
            <a:ext cx="134096" cy="13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459284" y="2599403"/>
            <a:ext cx="630570" cy="607175"/>
            <a:chOff x="5794944" y="2079049"/>
            <a:chExt cx="630570" cy="790833"/>
          </a:xfrm>
        </p:grpSpPr>
        <p:sp>
          <p:nvSpPr>
            <p:cNvPr id="2" name="직사각형 1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i="1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4" name="직선 연결선 3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/>
          <p:cNvGrpSpPr/>
          <p:nvPr/>
        </p:nvGrpSpPr>
        <p:grpSpPr>
          <a:xfrm rot="5400000">
            <a:off x="3805764" y="2965189"/>
            <a:ext cx="107035" cy="375743"/>
            <a:chOff x="5794944" y="2079049"/>
            <a:chExt cx="630570" cy="790833"/>
          </a:xfrm>
        </p:grpSpPr>
        <p:sp>
          <p:nvSpPr>
            <p:cNvPr id="14" name="직사각형 13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i="1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15" name="직선 연결선 14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Line 16 1 3 1 4"/>
          <p:cNvSpPr/>
          <p:nvPr/>
        </p:nvSpPr>
        <p:spPr>
          <a:xfrm rot="10800000" flipH="1">
            <a:off x="3866077" y="3392694"/>
            <a:ext cx="10800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Line 16 1 3 1 4"/>
          <p:cNvSpPr/>
          <p:nvPr/>
        </p:nvSpPr>
        <p:spPr>
          <a:xfrm rot="10800000" flipH="1">
            <a:off x="3859284" y="3258627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Line 16 1 3 1 4"/>
          <p:cNvSpPr/>
          <p:nvPr/>
        </p:nvSpPr>
        <p:spPr>
          <a:xfrm rot="10800000" flipH="1">
            <a:off x="6019283" y="3033793"/>
            <a:ext cx="0" cy="512074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Line 16 1 3 1 4"/>
          <p:cNvSpPr/>
          <p:nvPr/>
        </p:nvSpPr>
        <p:spPr>
          <a:xfrm rot="10800000" flipH="1">
            <a:off x="6019283" y="3392694"/>
            <a:ext cx="7200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Line 16 1 3 1 4"/>
          <p:cNvSpPr/>
          <p:nvPr/>
        </p:nvSpPr>
        <p:spPr>
          <a:xfrm rot="10800000" flipH="1">
            <a:off x="6733832" y="3392694"/>
            <a:ext cx="7200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Line 16 1 3 1 4"/>
          <p:cNvSpPr/>
          <p:nvPr/>
        </p:nvSpPr>
        <p:spPr>
          <a:xfrm rot="10800000" flipH="1">
            <a:off x="6733832" y="3033792"/>
            <a:ext cx="0" cy="512075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Line 16 1 3 1 4"/>
          <p:cNvSpPr/>
          <p:nvPr/>
        </p:nvSpPr>
        <p:spPr>
          <a:xfrm rot="10800000" flipH="1">
            <a:off x="7453832" y="3294019"/>
            <a:ext cx="0" cy="251849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TextBox 6"/>
          <p:cNvSpPr txBox="1"/>
          <p:nvPr/>
        </p:nvSpPr>
        <p:spPr>
          <a:xfrm>
            <a:off x="4215163" y="3268869"/>
            <a:ext cx="42191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b</a:t>
            </a:r>
            <a:r>
              <a:rPr lang="en-US" sz="1200" baseline="-250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1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8365" y="3268869"/>
            <a:ext cx="42191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b</a:t>
            </a:r>
            <a:r>
              <a:rPr lang="en-US" sz="1200" baseline="-250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3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7464" y="3268869"/>
            <a:ext cx="42191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b</a:t>
            </a:r>
            <a:r>
              <a:rPr lang="en-US" sz="1200" baseline="-250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4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3832" y="2446019"/>
            <a:ext cx="4347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a</a:t>
            </a:r>
            <a:r>
              <a:rPr lang="en-US" sz="1200" baseline="-250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2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P</a:t>
            </a:r>
          </a:p>
        </p:txBody>
      </p:sp>
      <p:sp>
        <p:nvSpPr>
          <p:cNvPr id="30" name="Line 16 1 3 1 4"/>
          <p:cNvSpPr/>
          <p:nvPr/>
        </p:nvSpPr>
        <p:spPr>
          <a:xfrm rot="10800000" flipH="1">
            <a:off x="6733832" y="2446019"/>
            <a:ext cx="0" cy="431478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Line 16 1 3 1 4"/>
          <p:cNvSpPr/>
          <p:nvPr/>
        </p:nvSpPr>
        <p:spPr>
          <a:xfrm rot="10800000" flipH="1">
            <a:off x="4932490" y="3392694"/>
            <a:ext cx="10800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Line 16 1 3 1 4"/>
          <p:cNvSpPr/>
          <p:nvPr/>
        </p:nvSpPr>
        <p:spPr>
          <a:xfrm rot="10800000" flipH="1">
            <a:off x="4925697" y="3033792"/>
            <a:ext cx="0" cy="465936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TextBox 33"/>
          <p:cNvSpPr txBox="1"/>
          <p:nvPr/>
        </p:nvSpPr>
        <p:spPr>
          <a:xfrm>
            <a:off x="5281576" y="3268869"/>
            <a:ext cx="42191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b</a:t>
            </a:r>
            <a:r>
              <a:rPr lang="en-US" sz="1200" baseline="-250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2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1759" y="2494198"/>
            <a:ext cx="4347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a</a:t>
            </a:r>
            <a:r>
              <a:rPr lang="en-US" sz="1200" baseline="-250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1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P</a:t>
            </a:r>
          </a:p>
        </p:txBody>
      </p:sp>
      <p:sp>
        <p:nvSpPr>
          <p:cNvPr id="36" name="Line 16 1 3 1 4"/>
          <p:cNvSpPr/>
          <p:nvPr/>
        </p:nvSpPr>
        <p:spPr>
          <a:xfrm rot="10800000">
            <a:off x="4932490" y="2417289"/>
            <a:ext cx="0" cy="477637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5263610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/>
          <p:cNvSpPr/>
          <p:nvPr/>
        </p:nvSpPr>
        <p:spPr>
          <a:xfrm rot="5400000">
            <a:off x="5504033" y="-368909"/>
            <a:ext cx="299598" cy="3599999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8" name="Line 16 1 3 1 4"/>
          <p:cNvSpPr/>
          <p:nvPr/>
        </p:nvSpPr>
        <p:spPr>
          <a:xfrm rot="10800000" flipH="1">
            <a:off x="3859284" y="1612693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13" name="그룹 12"/>
          <p:cNvGrpSpPr/>
          <p:nvPr/>
        </p:nvGrpSpPr>
        <p:grpSpPr>
          <a:xfrm rot="5400000">
            <a:off x="3709484" y="3469334"/>
            <a:ext cx="299598" cy="375743"/>
            <a:chOff x="5794944" y="2079049"/>
            <a:chExt cx="630570" cy="790833"/>
          </a:xfrm>
        </p:grpSpPr>
        <p:sp>
          <p:nvSpPr>
            <p:cNvPr id="14" name="직사각형 13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15" name="직선 연결선 14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Line 16 1 3 1 4"/>
          <p:cNvSpPr/>
          <p:nvPr/>
        </p:nvSpPr>
        <p:spPr>
          <a:xfrm rot="10800000" flipH="1">
            <a:off x="3859283" y="4023956"/>
            <a:ext cx="21600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Line 16 1 3 1 4"/>
          <p:cNvSpPr/>
          <p:nvPr/>
        </p:nvSpPr>
        <p:spPr>
          <a:xfrm rot="10800000" flipH="1">
            <a:off x="3859284" y="3836252"/>
            <a:ext cx="0" cy="336099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Line 16 1 3 1 4"/>
          <p:cNvSpPr/>
          <p:nvPr/>
        </p:nvSpPr>
        <p:spPr>
          <a:xfrm rot="10800000" flipH="1">
            <a:off x="6019283" y="1767170"/>
            <a:ext cx="0" cy="240518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Line 16 1 3 1 4"/>
          <p:cNvSpPr/>
          <p:nvPr/>
        </p:nvSpPr>
        <p:spPr>
          <a:xfrm rot="10800000" flipH="1">
            <a:off x="6019282" y="4023956"/>
            <a:ext cx="1434549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Line 16 1 3 1 4"/>
          <p:cNvSpPr/>
          <p:nvPr/>
        </p:nvSpPr>
        <p:spPr>
          <a:xfrm rot="10800000" flipH="1">
            <a:off x="7453832" y="3836251"/>
            <a:ext cx="0" cy="336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TextBox 6"/>
          <p:cNvSpPr txBox="1"/>
          <p:nvPr/>
        </p:nvSpPr>
        <p:spPr>
          <a:xfrm>
            <a:off x="4699474" y="3900131"/>
            <a:ext cx="41069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4m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6237" y="3900131"/>
            <a:ext cx="41069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3m</a:t>
            </a:r>
          </a:p>
        </p:txBody>
      </p:sp>
      <p:sp>
        <p:nvSpPr>
          <p:cNvPr id="3" name="이등변 삼각형 2"/>
          <p:cNvSpPr/>
          <p:nvPr/>
        </p:nvSpPr>
        <p:spPr>
          <a:xfrm>
            <a:off x="7383140" y="3373310"/>
            <a:ext cx="152287" cy="1340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grpSp>
        <p:nvGrpSpPr>
          <p:cNvPr id="30" name="그룹 29"/>
          <p:cNvGrpSpPr/>
          <p:nvPr/>
        </p:nvGrpSpPr>
        <p:grpSpPr>
          <a:xfrm rot="5400000">
            <a:off x="7304032" y="3469334"/>
            <a:ext cx="299598" cy="375743"/>
            <a:chOff x="5794944" y="2079049"/>
            <a:chExt cx="630570" cy="790833"/>
          </a:xfrm>
        </p:grpSpPr>
        <p:sp>
          <p:nvSpPr>
            <p:cNvPr id="32" name="직사각형 31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33" name="직선 연결선 32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Line 16 1 3 1 4"/>
          <p:cNvSpPr/>
          <p:nvPr/>
        </p:nvSpPr>
        <p:spPr>
          <a:xfrm rot="10800000" flipH="1">
            <a:off x="7455954" y="1574970"/>
            <a:ext cx="0" cy="180000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Line 16 1 3 1 4"/>
          <p:cNvSpPr/>
          <p:nvPr/>
        </p:nvSpPr>
        <p:spPr>
          <a:xfrm rot="10800000" flipH="1">
            <a:off x="3861552" y="1573308"/>
            <a:ext cx="0" cy="1800001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2" name="그룹 1"/>
          <p:cNvGrpSpPr/>
          <p:nvPr/>
        </p:nvGrpSpPr>
        <p:grpSpPr>
          <a:xfrm rot="5400000">
            <a:off x="6910599" y="2354708"/>
            <a:ext cx="1894713" cy="410690"/>
            <a:chOff x="4011684" y="3971259"/>
            <a:chExt cx="1894713" cy="410690"/>
          </a:xfrm>
        </p:grpSpPr>
        <p:sp>
          <p:nvSpPr>
            <p:cNvPr id="35" name="Line 16 1 3 1 4"/>
            <p:cNvSpPr/>
            <p:nvPr/>
          </p:nvSpPr>
          <p:spPr>
            <a:xfrm rot="10800000" flipH="1">
              <a:off x="4011684" y="4176356"/>
              <a:ext cx="1894713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6" name="Line 16 1 3 1 4"/>
            <p:cNvSpPr/>
            <p:nvPr/>
          </p:nvSpPr>
          <p:spPr>
            <a:xfrm rot="10800000" flipH="1">
              <a:off x="4011684" y="3988652"/>
              <a:ext cx="0" cy="336099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7" name="Line 16 1 3 1 4"/>
            <p:cNvSpPr/>
            <p:nvPr/>
          </p:nvSpPr>
          <p:spPr>
            <a:xfrm rot="10800000" flipH="1">
              <a:off x="5906397" y="4023954"/>
              <a:ext cx="0" cy="30079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8" name="TextBox 37"/>
            <p:cNvSpPr txBox="1"/>
            <p:nvPr/>
          </p:nvSpPr>
          <p:spPr>
            <a:xfrm rot="16200000">
              <a:off x="4727215" y="4038104"/>
              <a:ext cx="410690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  <a:cs typeface="KoPubWorld바탕체_Pro Light" panose="00000300000000000000" pitchFamily="50" charset="-127"/>
                </a:rPr>
                <a:t>4m</a:t>
              </a:r>
            </a:p>
          </p:txBody>
        </p:sp>
      </p:grpSp>
      <p:sp>
        <p:nvSpPr>
          <p:cNvPr id="34" name="이등변 삼각형 33"/>
          <p:cNvSpPr/>
          <p:nvPr/>
        </p:nvSpPr>
        <p:spPr>
          <a:xfrm>
            <a:off x="3783138" y="3373309"/>
            <a:ext cx="152287" cy="1340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39" name="타원 38"/>
          <p:cNvSpPr/>
          <p:nvPr/>
        </p:nvSpPr>
        <p:spPr>
          <a:xfrm>
            <a:off x="5988662" y="1573308"/>
            <a:ext cx="74140" cy="7414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477301" y="1031117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10kN/m</a:t>
            </a:r>
          </a:p>
        </p:txBody>
      </p:sp>
      <p:sp>
        <p:nvSpPr>
          <p:cNvPr id="42" name="원호 41"/>
          <p:cNvSpPr/>
          <p:nvPr/>
        </p:nvSpPr>
        <p:spPr>
          <a:xfrm>
            <a:off x="7273831" y="1410195"/>
            <a:ext cx="360000" cy="360000"/>
          </a:xfrm>
          <a:prstGeom prst="arc">
            <a:avLst>
              <a:gd name="adj1" fmla="val 12259889"/>
              <a:gd name="adj2" fmla="val 4340779"/>
            </a:avLst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453831" y="1144314"/>
            <a:ext cx="8707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100kN-m</a:t>
            </a:r>
          </a:p>
        </p:txBody>
      </p:sp>
      <p:sp>
        <p:nvSpPr>
          <p:cNvPr id="31" name="원호 30">
            <a:extLst>
              <a:ext uri="{FF2B5EF4-FFF2-40B4-BE49-F238E27FC236}">
                <a16:creationId xmlns:a16="http://schemas.microsoft.com/office/drawing/2014/main" id="{3CC7881B-5470-4ACC-A8F0-F81D4385403F}"/>
              </a:ext>
            </a:extLst>
          </p:cNvPr>
          <p:cNvSpPr/>
          <p:nvPr/>
        </p:nvSpPr>
        <p:spPr>
          <a:xfrm>
            <a:off x="3653213" y="1411674"/>
            <a:ext cx="360000" cy="360000"/>
          </a:xfrm>
          <a:prstGeom prst="arc">
            <a:avLst>
              <a:gd name="adj1" fmla="val 12259889"/>
              <a:gd name="adj2" fmla="val 4340779"/>
            </a:avLst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C78C0D-BCCF-474F-9315-B1E4ABDAB57D}"/>
              </a:ext>
            </a:extLst>
          </p:cNvPr>
          <p:cNvSpPr txBox="1"/>
          <p:nvPr/>
        </p:nvSpPr>
        <p:spPr>
          <a:xfrm>
            <a:off x="3131876" y="1145793"/>
            <a:ext cx="8707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100kN-m</a:t>
            </a:r>
          </a:p>
        </p:txBody>
      </p:sp>
    </p:spTree>
    <p:extLst>
      <p:ext uri="{BB962C8B-B14F-4D97-AF65-F5344CB8AC3E}">
        <p14:creationId xmlns:p14="http://schemas.microsoft.com/office/powerpoint/2010/main" val="33388087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/>
          <p:cNvSpPr/>
          <p:nvPr/>
        </p:nvSpPr>
        <p:spPr>
          <a:xfrm rot="5400000">
            <a:off x="6586757" y="713816"/>
            <a:ext cx="299598" cy="1434550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8" name="Line 16 1 3 1 4"/>
          <p:cNvSpPr/>
          <p:nvPr/>
        </p:nvSpPr>
        <p:spPr>
          <a:xfrm rot="10800000" flipH="1">
            <a:off x="3859284" y="1612693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13" name="그룹 12"/>
          <p:cNvGrpSpPr/>
          <p:nvPr/>
        </p:nvGrpSpPr>
        <p:grpSpPr>
          <a:xfrm rot="5400000">
            <a:off x="3709484" y="3469334"/>
            <a:ext cx="299598" cy="375743"/>
            <a:chOff x="5794944" y="2079049"/>
            <a:chExt cx="630570" cy="790833"/>
          </a:xfrm>
        </p:grpSpPr>
        <p:sp>
          <p:nvSpPr>
            <p:cNvPr id="14" name="직사각형 13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15" name="직선 연결선 14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Line 16 1 3 1 4"/>
          <p:cNvSpPr/>
          <p:nvPr/>
        </p:nvSpPr>
        <p:spPr>
          <a:xfrm rot="10800000" flipH="1">
            <a:off x="3859283" y="4023956"/>
            <a:ext cx="21600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Line 16 1 3 1 4"/>
          <p:cNvSpPr/>
          <p:nvPr/>
        </p:nvSpPr>
        <p:spPr>
          <a:xfrm rot="10800000" flipH="1">
            <a:off x="3859284" y="3836252"/>
            <a:ext cx="0" cy="336099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Line 16 1 3 1 4"/>
          <p:cNvSpPr/>
          <p:nvPr/>
        </p:nvSpPr>
        <p:spPr>
          <a:xfrm rot="10800000" flipH="1">
            <a:off x="6019283" y="1767170"/>
            <a:ext cx="0" cy="240518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Line 16 1 3 1 4"/>
          <p:cNvSpPr/>
          <p:nvPr/>
        </p:nvSpPr>
        <p:spPr>
          <a:xfrm rot="10800000" flipH="1">
            <a:off x="6019282" y="4023956"/>
            <a:ext cx="1434549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Line 16 1 3 1 4"/>
          <p:cNvSpPr/>
          <p:nvPr/>
        </p:nvSpPr>
        <p:spPr>
          <a:xfrm rot="10800000" flipH="1">
            <a:off x="7453832" y="3836251"/>
            <a:ext cx="0" cy="336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TextBox 6"/>
          <p:cNvSpPr txBox="1"/>
          <p:nvPr/>
        </p:nvSpPr>
        <p:spPr>
          <a:xfrm>
            <a:off x="4699474" y="3900131"/>
            <a:ext cx="45397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a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 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6237" y="3900131"/>
            <a:ext cx="46038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b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 m</a:t>
            </a:r>
          </a:p>
        </p:txBody>
      </p:sp>
      <p:sp>
        <p:nvSpPr>
          <p:cNvPr id="3" name="이등변 삼각형 2"/>
          <p:cNvSpPr/>
          <p:nvPr/>
        </p:nvSpPr>
        <p:spPr>
          <a:xfrm>
            <a:off x="7383140" y="3373310"/>
            <a:ext cx="152287" cy="1340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grpSp>
        <p:nvGrpSpPr>
          <p:cNvPr id="30" name="그룹 29"/>
          <p:cNvGrpSpPr/>
          <p:nvPr/>
        </p:nvGrpSpPr>
        <p:grpSpPr>
          <a:xfrm rot="5400000">
            <a:off x="7304032" y="3469334"/>
            <a:ext cx="299598" cy="375743"/>
            <a:chOff x="5794944" y="2079049"/>
            <a:chExt cx="630570" cy="790833"/>
          </a:xfrm>
        </p:grpSpPr>
        <p:sp>
          <p:nvSpPr>
            <p:cNvPr id="32" name="직사각형 31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33" name="직선 연결선 32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Line 16 1 3 1 4"/>
          <p:cNvSpPr/>
          <p:nvPr/>
        </p:nvSpPr>
        <p:spPr>
          <a:xfrm rot="10800000" flipH="1">
            <a:off x="7455954" y="1574970"/>
            <a:ext cx="0" cy="180000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Line 16 1 3 1 4"/>
          <p:cNvSpPr/>
          <p:nvPr/>
        </p:nvSpPr>
        <p:spPr>
          <a:xfrm rot="10800000" flipH="1">
            <a:off x="3861552" y="1573308"/>
            <a:ext cx="0" cy="1800001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2" name="그룹 1"/>
          <p:cNvGrpSpPr/>
          <p:nvPr/>
        </p:nvGrpSpPr>
        <p:grpSpPr>
          <a:xfrm rot="5400000">
            <a:off x="6932237" y="2333066"/>
            <a:ext cx="1894713" cy="453970"/>
            <a:chOff x="4011684" y="3927979"/>
            <a:chExt cx="1894713" cy="453970"/>
          </a:xfrm>
        </p:grpSpPr>
        <p:sp>
          <p:nvSpPr>
            <p:cNvPr id="35" name="Line 16 1 3 1 4"/>
            <p:cNvSpPr/>
            <p:nvPr/>
          </p:nvSpPr>
          <p:spPr>
            <a:xfrm rot="10800000" flipH="1">
              <a:off x="4011684" y="4176356"/>
              <a:ext cx="1894713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6" name="Line 16 1 3 1 4"/>
            <p:cNvSpPr/>
            <p:nvPr/>
          </p:nvSpPr>
          <p:spPr>
            <a:xfrm rot="10800000" flipH="1">
              <a:off x="4011684" y="3988652"/>
              <a:ext cx="0" cy="336099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7" name="Line 16 1 3 1 4"/>
            <p:cNvSpPr/>
            <p:nvPr/>
          </p:nvSpPr>
          <p:spPr>
            <a:xfrm rot="10800000" flipH="1">
              <a:off x="5906397" y="4023954"/>
              <a:ext cx="0" cy="30079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8" name="TextBox 37"/>
            <p:cNvSpPr txBox="1"/>
            <p:nvPr/>
          </p:nvSpPr>
          <p:spPr>
            <a:xfrm rot="16200000">
              <a:off x="4705573" y="4016464"/>
              <a:ext cx="453970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  <a:cs typeface="KoPubWorld바탕체_Pro Light" panose="00000300000000000000" pitchFamily="50" charset="-127"/>
                </a:rPr>
                <a:t>c</a:t>
              </a:r>
              <a:r>
                <a:rPr lang="en-US" sz="1200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  <a:cs typeface="KoPubWorld바탕체_Pro Light" panose="00000300000000000000" pitchFamily="50" charset="-127"/>
                </a:rPr>
                <a:t> m</a:t>
              </a:r>
            </a:p>
          </p:txBody>
        </p:sp>
      </p:grpSp>
      <p:sp>
        <p:nvSpPr>
          <p:cNvPr id="34" name="이등변 삼각형 33"/>
          <p:cNvSpPr/>
          <p:nvPr/>
        </p:nvSpPr>
        <p:spPr>
          <a:xfrm>
            <a:off x="3783138" y="3373309"/>
            <a:ext cx="152287" cy="1340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39" name="타원 38"/>
          <p:cNvSpPr/>
          <p:nvPr/>
        </p:nvSpPr>
        <p:spPr>
          <a:xfrm>
            <a:off x="5988662" y="1573308"/>
            <a:ext cx="74140" cy="7414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453844" y="1034317"/>
            <a:ext cx="7681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w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 </a:t>
            </a:r>
            <a:r>
              <a:rPr lang="en-US" sz="1200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kN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/m</a:t>
            </a:r>
          </a:p>
        </p:txBody>
      </p:sp>
      <p:sp>
        <p:nvSpPr>
          <p:cNvPr id="42" name="원호 41"/>
          <p:cNvSpPr/>
          <p:nvPr/>
        </p:nvSpPr>
        <p:spPr>
          <a:xfrm>
            <a:off x="7273831" y="1410195"/>
            <a:ext cx="360000" cy="360000"/>
          </a:xfrm>
          <a:prstGeom prst="arc">
            <a:avLst>
              <a:gd name="adj1" fmla="val 12259889"/>
              <a:gd name="adj2" fmla="val 4340779"/>
            </a:avLst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453831" y="1144314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M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 </a:t>
            </a:r>
            <a:r>
              <a:rPr lang="en-US" sz="1200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kN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-m</a:t>
            </a:r>
          </a:p>
        </p:txBody>
      </p:sp>
    </p:spTree>
    <p:extLst>
      <p:ext uri="{BB962C8B-B14F-4D97-AF65-F5344CB8AC3E}">
        <p14:creationId xmlns:p14="http://schemas.microsoft.com/office/powerpoint/2010/main" val="3564665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/>
          <p:cNvSpPr/>
          <p:nvPr/>
        </p:nvSpPr>
        <p:spPr>
          <a:xfrm rot="5400000">
            <a:off x="4792773" y="1672492"/>
            <a:ext cx="299598" cy="2153422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8" name="Line 16 1 3 1 4"/>
          <p:cNvSpPr/>
          <p:nvPr/>
        </p:nvSpPr>
        <p:spPr>
          <a:xfrm rot="10800000" flipH="1">
            <a:off x="3859284" y="2928376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타원 9"/>
          <p:cNvSpPr/>
          <p:nvPr/>
        </p:nvSpPr>
        <p:spPr>
          <a:xfrm>
            <a:off x="5987012" y="2890906"/>
            <a:ext cx="74140" cy="7414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3792236" y="2965446"/>
            <a:ext cx="134096" cy="13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459284" y="2599403"/>
            <a:ext cx="630570" cy="607175"/>
            <a:chOff x="5794944" y="2079049"/>
            <a:chExt cx="630570" cy="790833"/>
          </a:xfrm>
        </p:grpSpPr>
        <p:sp>
          <p:nvSpPr>
            <p:cNvPr id="2" name="직사각형 1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4" name="직선 연결선 3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/>
          <p:cNvGrpSpPr/>
          <p:nvPr/>
        </p:nvGrpSpPr>
        <p:grpSpPr>
          <a:xfrm rot="5400000">
            <a:off x="3805764" y="2965189"/>
            <a:ext cx="107035" cy="375743"/>
            <a:chOff x="5794944" y="2079049"/>
            <a:chExt cx="630570" cy="790833"/>
          </a:xfrm>
        </p:grpSpPr>
        <p:sp>
          <p:nvSpPr>
            <p:cNvPr id="14" name="직사각형 13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15" name="직선 연결선 14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Line 16 1 3 1 4"/>
          <p:cNvSpPr/>
          <p:nvPr/>
        </p:nvSpPr>
        <p:spPr>
          <a:xfrm rot="10800000" flipH="1">
            <a:off x="3859283" y="3392694"/>
            <a:ext cx="21600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Line 16 1 3 1 4"/>
          <p:cNvSpPr/>
          <p:nvPr/>
        </p:nvSpPr>
        <p:spPr>
          <a:xfrm rot="10800000" flipH="1">
            <a:off x="3859284" y="3258627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Line 16 1 3 1 4"/>
          <p:cNvSpPr/>
          <p:nvPr/>
        </p:nvSpPr>
        <p:spPr>
          <a:xfrm rot="10800000" flipH="1">
            <a:off x="6019283" y="3033793"/>
            <a:ext cx="0" cy="512074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Line 16 1 3 1 4"/>
          <p:cNvSpPr/>
          <p:nvPr/>
        </p:nvSpPr>
        <p:spPr>
          <a:xfrm rot="10800000" flipH="1">
            <a:off x="6019283" y="3407368"/>
            <a:ext cx="7200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Line 16 1 3 1 4"/>
          <p:cNvSpPr/>
          <p:nvPr/>
        </p:nvSpPr>
        <p:spPr>
          <a:xfrm rot="10800000" flipH="1">
            <a:off x="6733832" y="3392694"/>
            <a:ext cx="7200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Line 16 1 3 1 4"/>
          <p:cNvSpPr/>
          <p:nvPr/>
        </p:nvSpPr>
        <p:spPr>
          <a:xfrm rot="10800000" flipH="1">
            <a:off x="6733832" y="3033792"/>
            <a:ext cx="0" cy="512075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Line 16 1 3 1 4"/>
          <p:cNvSpPr/>
          <p:nvPr/>
        </p:nvSpPr>
        <p:spPr>
          <a:xfrm rot="10800000" flipH="1">
            <a:off x="7453832" y="3294019"/>
            <a:ext cx="0" cy="251849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TextBox 6"/>
          <p:cNvSpPr txBox="1"/>
          <p:nvPr/>
        </p:nvSpPr>
        <p:spPr>
          <a:xfrm>
            <a:off x="4778413" y="3268869"/>
            <a:ext cx="45397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a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 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8365" y="3268869"/>
            <a:ext cx="46038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b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 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7464" y="3268869"/>
            <a:ext cx="45397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c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 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76147" y="2360227"/>
            <a:ext cx="7681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w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 </a:t>
            </a:r>
            <a:r>
              <a:rPr lang="en-US" sz="1200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kN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/m</a:t>
            </a:r>
          </a:p>
        </p:txBody>
      </p:sp>
      <p:sp>
        <p:nvSpPr>
          <p:cNvPr id="28" name="원호 27"/>
          <p:cNvSpPr/>
          <p:nvPr/>
        </p:nvSpPr>
        <p:spPr>
          <a:xfrm flipH="1">
            <a:off x="6560186" y="2734448"/>
            <a:ext cx="360000" cy="360000"/>
          </a:xfrm>
          <a:prstGeom prst="arc">
            <a:avLst>
              <a:gd name="adj1" fmla="val 12259889"/>
              <a:gd name="adj2" fmla="val 4340779"/>
            </a:avLst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317903" y="2464365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M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 </a:t>
            </a:r>
            <a:r>
              <a:rPr lang="en-US" sz="1200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kN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-m</a:t>
            </a:r>
          </a:p>
        </p:txBody>
      </p:sp>
    </p:spTree>
    <p:extLst>
      <p:ext uri="{BB962C8B-B14F-4D97-AF65-F5344CB8AC3E}">
        <p14:creationId xmlns:p14="http://schemas.microsoft.com/office/powerpoint/2010/main" val="14424544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/>
          <p:cNvSpPr/>
          <p:nvPr/>
        </p:nvSpPr>
        <p:spPr>
          <a:xfrm rot="5400000">
            <a:off x="5510045" y="955219"/>
            <a:ext cx="299598" cy="3587967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8" name="Line 16 1 3 1 4"/>
          <p:cNvSpPr/>
          <p:nvPr/>
        </p:nvSpPr>
        <p:spPr>
          <a:xfrm rot="10800000" flipH="1">
            <a:off x="3859284" y="2928376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타원 9"/>
          <p:cNvSpPr/>
          <p:nvPr/>
        </p:nvSpPr>
        <p:spPr>
          <a:xfrm>
            <a:off x="5631903" y="2890906"/>
            <a:ext cx="74140" cy="7414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3792236" y="2965446"/>
            <a:ext cx="134096" cy="13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459284" y="2599403"/>
            <a:ext cx="630570" cy="607175"/>
            <a:chOff x="5794944" y="2079049"/>
            <a:chExt cx="630570" cy="790833"/>
          </a:xfrm>
        </p:grpSpPr>
        <p:sp>
          <p:nvSpPr>
            <p:cNvPr id="2" name="직사각형 1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4" name="직선 연결선 3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/>
          <p:cNvGrpSpPr/>
          <p:nvPr/>
        </p:nvGrpSpPr>
        <p:grpSpPr>
          <a:xfrm rot="5400000">
            <a:off x="3805764" y="2965189"/>
            <a:ext cx="107035" cy="375743"/>
            <a:chOff x="5794944" y="2079049"/>
            <a:chExt cx="630570" cy="790833"/>
          </a:xfrm>
        </p:grpSpPr>
        <p:sp>
          <p:nvSpPr>
            <p:cNvPr id="14" name="직사각형 13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15" name="직선 연결선 14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Line 16 1 3 1 4"/>
          <p:cNvSpPr/>
          <p:nvPr/>
        </p:nvSpPr>
        <p:spPr>
          <a:xfrm rot="10800000" flipH="1">
            <a:off x="3859283" y="3392694"/>
            <a:ext cx="180969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Line 16 1 3 1 4"/>
          <p:cNvSpPr/>
          <p:nvPr/>
        </p:nvSpPr>
        <p:spPr>
          <a:xfrm rot="10800000" flipH="1">
            <a:off x="3859284" y="3258627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Line 16 1 3 1 4"/>
          <p:cNvSpPr/>
          <p:nvPr/>
        </p:nvSpPr>
        <p:spPr>
          <a:xfrm rot="10800000" flipH="1">
            <a:off x="5659284" y="3033793"/>
            <a:ext cx="0" cy="512074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Line 16 1 3 1 4"/>
          <p:cNvSpPr/>
          <p:nvPr/>
        </p:nvSpPr>
        <p:spPr>
          <a:xfrm rot="10800000" flipH="1">
            <a:off x="5659284" y="3392694"/>
            <a:ext cx="1794548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Line 16 1 3 1 4"/>
          <p:cNvSpPr/>
          <p:nvPr/>
        </p:nvSpPr>
        <p:spPr>
          <a:xfrm rot="10800000" flipH="1">
            <a:off x="7453832" y="3294019"/>
            <a:ext cx="0" cy="251849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TextBox 6"/>
          <p:cNvSpPr txBox="1"/>
          <p:nvPr/>
        </p:nvSpPr>
        <p:spPr>
          <a:xfrm>
            <a:off x="4591982" y="3233357"/>
            <a:ext cx="41069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5m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315" y="3233357"/>
            <a:ext cx="41069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5m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6388" y="2360227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10kN/m</a:t>
            </a:r>
          </a:p>
        </p:txBody>
      </p:sp>
      <p:sp>
        <p:nvSpPr>
          <p:cNvPr id="28" name="원호 27"/>
          <p:cNvSpPr/>
          <p:nvPr/>
        </p:nvSpPr>
        <p:spPr>
          <a:xfrm flipH="1">
            <a:off x="3671409" y="2706119"/>
            <a:ext cx="360000" cy="360000"/>
          </a:xfrm>
          <a:prstGeom prst="arc">
            <a:avLst>
              <a:gd name="adj1" fmla="val 12259889"/>
              <a:gd name="adj2" fmla="val 4340779"/>
            </a:avLst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147393" y="2428237"/>
            <a:ext cx="782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30kN-m</a:t>
            </a:r>
          </a:p>
        </p:txBody>
      </p:sp>
    </p:spTree>
    <p:extLst>
      <p:ext uri="{BB962C8B-B14F-4D97-AF65-F5344CB8AC3E}">
        <p14:creationId xmlns:p14="http://schemas.microsoft.com/office/powerpoint/2010/main" val="21437594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16 1 3 1 4"/>
          <p:cNvSpPr/>
          <p:nvPr/>
        </p:nvSpPr>
        <p:spPr>
          <a:xfrm rot="10800000">
            <a:off x="4723240" y="2928376"/>
            <a:ext cx="3599999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5" name="그룹 4"/>
          <p:cNvGrpSpPr/>
          <p:nvPr/>
        </p:nvGrpSpPr>
        <p:grpSpPr>
          <a:xfrm flipH="1">
            <a:off x="4092671" y="2599403"/>
            <a:ext cx="630570" cy="607175"/>
            <a:chOff x="5794944" y="2079049"/>
            <a:chExt cx="630570" cy="790833"/>
          </a:xfrm>
        </p:grpSpPr>
        <p:sp>
          <p:nvSpPr>
            <p:cNvPr id="2" name="직사각형 1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i="1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4" name="직선 연결선 3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Line 16 1 3 1 4"/>
          <p:cNvSpPr/>
          <p:nvPr/>
        </p:nvSpPr>
        <p:spPr>
          <a:xfrm rot="10800000">
            <a:off x="4728692" y="3392694"/>
            <a:ext cx="1943301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Line 16 1 3 1 4"/>
          <p:cNvSpPr/>
          <p:nvPr/>
        </p:nvSpPr>
        <p:spPr>
          <a:xfrm rot="10800000">
            <a:off x="4728693" y="3294019"/>
            <a:ext cx="0" cy="251849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TextBox 6"/>
          <p:cNvSpPr txBox="1"/>
          <p:nvPr/>
        </p:nvSpPr>
        <p:spPr>
          <a:xfrm flipH="1">
            <a:off x="5524454" y="3251113"/>
            <a:ext cx="356188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i="1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aL</a:t>
            </a:r>
            <a:endParaRPr lang="en-US" sz="1200" i="1" dirty="0">
              <a:latin typeface="KoPubWorld바탕체_Pro Light" panose="00000300000000000000" pitchFamily="50" charset="-127"/>
              <a:ea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39" name="Line 16 1 3 1 4"/>
          <p:cNvSpPr/>
          <p:nvPr/>
        </p:nvSpPr>
        <p:spPr>
          <a:xfrm rot="10800000">
            <a:off x="6671993" y="3039983"/>
            <a:ext cx="0" cy="459744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TextBox 35"/>
          <p:cNvSpPr txBox="1"/>
          <p:nvPr/>
        </p:nvSpPr>
        <p:spPr>
          <a:xfrm>
            <a:off x="8344258" y="2446019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P</a:t>
            </a:r>
          </a:p>
        </p:txBody>
      </p:sp>
      <p:sp>
        <p:nvSpPr>
          <p:cNvPr id="37" name="Line 16 1 3 1 4"/>
          <p:cNvSpPr/>
          <p:nvPr/>
        </p:nvSpPr>
        <p:spPr>
          <a:xfrm rot="10800000" flipH="1">
            <a:off x="8319274" y="2446019"/>
            <a:ext cx="0" cy="431478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Line 16 1 3 1 4">
            <a:extLst>
              <a:ext uri="{FF2B5EF4-FFF2-40B4-BE49-F238E27FC236}">
                <a16:creationId xmlns:a16="http://schemas.microsoft.com/office/drawing/2014/main" id="{F4D1F480-9236-465B-8DF5-9AD8331B8780}"/>
              </a:ext>
            </a:extLst>
          </p:cNvPr>
          <p:cNvSpPr/>
          <p:nvPr/>
        </p:nvSpPr>
        <p:spPr>
          <a:xfrm rot="10800000">
            <a:off x="8324719" y="3041463"/>
            <a:ext cx="0" cy="459744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Line 16 1 3 1 4">
            <a:extLst>
              <a:ext uri="{FF2B5EF4-FFF2-40B4-BE49-F238E27FC236}">
                <a16:creationId xmlns:a16="http://schemas.microsoft.com/office/drawing/2014/main" id="{655FA0FF-DDE5-49B7-A4BB-E9094E6D58DA}"/>
              </a:ext>
            </a:extLst>
          </p:cNvPr>
          <p:cNvSpPr/>
          <p:nvPr/>
        </p:nvSpPr>
        <p:spPr>
          <a:xfrm rot="10800000">
            <a:off x="6701016" y="3394170"/>
            <a:ext cx="1618258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4CB643-CE19-45FC-AB61-5C0A404419E7}"/>
              </a:ext>
            </a:extLst>
          </p:cNvPr>
          <p:cNvSpPr txBox="1"/>
          <p:nvPr/>
        </p:nvSpPr>
        <p:spPr>
          <a:xfrm flipH="1">
            <a:off x="7300309" y="3251113"/>
            <a:ext cx="63511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(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1-a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)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L</a:t>
            </a:r>
          </a:p>
        </p:txBody>
      </p:sp>
      <p:sp>
        <p:nvSpPr>
          <p:cNvPr id="15" name="원호 14">
            <a:extLst>
              <a:ext uri="{FF2B5EF4-FFF2-40B4-BE49-F238E27FC236}">
                <a16:creationId xmlns:a16="http://schemas.microsoft.com/office/drawing/2014/main" id="{B21EE5BE-5C6D-4E5A-BAD6-B23725B06F40}"/>
              </a:ext>
            </a:extLst>
          </p:cNvPr>
          <p:cNvSpPr/>
          <p:nvPr/>
        </p:nvSpPr>
        <p:spPr>
          <a:xfrm flipH="1">
            <a:off x="6522003" y="2734448"/>
            <a:ext cx="360000" cy="360000"/>
          </a:xfrm>
          <a:prstGeom prst="arc">
            <a:avLst>
              <a:gd name="adj1" fmla="val 12259889"/>
              <a:gd name="adj2" fmla="val 4340779"/>
            </a:avLst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i="1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8C1E52-19A4-4E9C-9F91-5E205514416F}"/>
              </a:ext>
            </a:extLst>
          </p:cNvPr>
          <p:cNvSpPr txBox="1"/>
          <p:nvPr/>
        </p:nvSpPr>
        <p:spPr>
          <a:xfrm>
            <a:off x="6664381" y="2464365"/>
            <a:ext cx="325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21571713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16 1 3 1 4"/>
          <p:cNvSpPr/>
          <p:nvPr/>
        </p:nvSpPr>
        <p:spPr>
          <a:xfrm rot="10800000" flipH="1">
            <a:off x="3859284" y="2928376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타원 11"/>
          <p:cNvSpPr/>
          <p:nvPr/>
        </p:nvSpPr>
        <p:spPr>
          <a:xfrm>
            <a:off x="3792236" y="2965446"/>
            <a:ext cx="134096" cy="13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이등변 삼각형 2"/>
          <p:cNvSpPr/>
          <p:nvPr/>
        </p:nvSpPr>
        <p:spPr>
          <a:xfrm>
            <a:off x="7383140" y="2965446"/>
            <a:ext cx="152287" cy="1340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7" name="그룹 26"/>
          <p:cNvGrpSpPr/>
          <p:nvPr/>
        </p:nvGrpSpPr>
        <p:grpSpPr>
          <a:xfrm rot="5400000">
            <a:off x="3784139" y="2986815"/>
            <a:ext cx="150287" cy="375743"/>
            <a:chOff x="5794944" y="2079049"/>
            <a:chExt cx="630570" cy="790833"/>
          </a:xfrm>
        </p:grpSpPr>
        <p:sp>
          <p:nvSpPr>
            <p:cNvPr id="28" name="직사각형 27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Line 16 1 3 1 4"/>
          <p:cNvSpPr/>
          <p:nvPr/>
        </p:nvSpPr>
        <p:spPr>
          <a:xfrm rot="10800000" flipH="1">
            <a:off x="3859284" y="3436922"/>
            <a:ext cx="1798532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Line 16 1 3 1 4"/>
          <p:cNvSpPr/>
          <p:nvPr/>
        </p:nvSpPr>
        <p:spPr>
          <a:xfrm rot="10800000" flipH="1">
            <a:off x="3869436" y="3307353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" name="Line 16 1 3 1 4"/>
          <p:cNvSpPr/>
          <p:nvPr/>
        </p:nvSpPr>
        <p:spPr>
          <a:xfrm rot="10800000" flipH="1">
            <a:off x="7453832" y="3307353"/>
            <a:ext cx="0" cy="28274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" name="TextBox 38"/>
          <p:cNvSpPr txBox="1"/>
          <p:nvPr/>
        </p:nvSpPr>
        <p:spPr>
          <a:xfrm>
            <a:off x="4604883" y="3313097"/>
            <a:ext cx="38183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5m</a:t>
            </a:r>
          </a:p>
        </p:txBody>
      </p:sp>
      <p:grpSp>
        <p:nvGrpSpPr>
          <p:cNvPr id="41" name="그룹 40"/>
          <p:cNvGrpSpPr/>
          <p:nvPr/>
        </p:nvGrpSpPr>
        <p:grpSpPr>
          <a:xfrm rot="5400000">
            <a:off x="7378686" y="2986816"/>
            <a:ext cx="150289" cy="375743"/>
            <a:chOff x="5794944" y="2079049"/>
            <a:chExt cx="630570" cy="790833"/>
          </a:xfrm>
        </p:grpSpPr>
        <p:sp>
          <p:nvSpPr>
            <p:cNvPr id="42" name="직사각형 41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3" name="직선 연결선 42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Line 16 1 3 1 4"/>
          <p:cNvSpPr/>
          <p:nvPr/>
        </p:nvSpPr>
        <p:spPr>
          <a:xfrm rot="10800000" flipH="1">
            <a:off x="5651269" y="3033791"/>
            <a:ext cx="0" cy="556303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TextBox 29"/>
          <p:cNvSpPr txBox="1"/>
          <p:nvPr/>
        </p:nvSpPr>
        <p:spPr>
          <a:xfrm>
            <a:off x="5682799" y="2446019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10kN</a:t>
            </a:r>
          </a:p>
        </p:txBody>
      </p:sp>
      <p:sp>
        <p:nvSpPr>
          <p:cNvPr id="32" name="Line 16 1 3 1 4"/>
          <p:cNvSpPr/>
          <p:nvPr/>
        </p:nvSpPr>
        <p:spPr>
          <a:xfrm rot="10800000" flipH="1">
            <a:off x="5657815" y="2446019"/>
            <a:ext cx="0" cy="431478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Line 16 1 3 1 4"/>
          <p:cNvSpPr/>
          <p:nvPr/>
        </p:nvSpPr>
        <p:spPr>
          <a:xfrm rot="10800000" flipH="1">
            <a:off x="5657815" y="3436922"/>
            <a:ext cx="1796017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TextBox 33"/>
          <p:cNvSpPr txBox="1"/>
          <p:nvPr/>
        </p:nvSpPr>
        <p:spPr>
          <a:xfrm>
            <a:off x="6407445" y="3307353"/>
            <a:ext cx="38183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5m</a:t>
            </a:r>
          </a:p>
        </p:txBody>
      </p:sp>
    </p:spTree>
    <p:extLst>
      <p:ext uri="{BB962C8B-B14F-4D97-AF65-F5344CB8AC3E}">
        <p14:creationId xmlns:p14="http://schemas.microsoft.com/office/powerpoint/2010/main" val="10275528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16 1 3 1 4"/>
          <p:cNvSpPr/>
          <p:nvPr/>
        </p:nvSpPr>
        <p:spPr>
          <a:xfrm rot="10800000" flipH="1">
            <a:off x="3859284" y="2928376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타원 11"/>
          <p:cNvSpPr/>
          <p:nvPr/>
        </p:nvSpPr>
        <p:spPr>
          <a:xfrm>
            <a:off x="3792236" y="2965446"/>
            <a:ext cx="134096" cy="13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3" name="이등변 삼각형 2"/>
          <p:cNvSpPr/>
          <p:nvPr/>
        </p:nvSpPr>
        <p:spPr>
          <a:xfrm>
            <a:off x="7383140" y="2965446"/>
            <a:ext cx="152287" cy="1340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grpSp>
        <p:nvGrpSpPr>
          <p:cNvPr id="27" name="그룹 26"/>
          <p:cNvGrpSpPr/>
          <p:nvPr/>
        </p:nvGrpSpPr>
        <p:grpSpPr>
          <a:xfrm rot="5400000">
            <a:off x="3784139" y="2986815"/>
            <a:ext cx="150287" cy="375743"/>
            <a:chOff x="5794944" y="2079049"/>
            <a:chExt cx="630570" cy="790833"/>
          </a:xfrm>
        </p:grpSpPr>
        <p:sp>
          <p:nvSpPr>
            <p:cNvPr id="28" name="직사각형 27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Line 16 1 3 1 4"/>
          <p:cNvSpPr/>
          <p:nvPr/>
        </p:nvSpPr>
        <p:spPr>
          <a:xfrm rot="10800000" flipH="1">
            <a:off x="3859283" y="3436922"/>
            <a:ext cx="3594545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Line 16 1 3 1 4"/>
          <p:cNvSpPr/>
          <p:nvPr/>
        </p:nvSpPr>
        <p:spPr>
          <a:xfrm rot="10800000" flipH="1">
            <a:off x="3869436" y="3307353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" name="Line 16 1 3 1 4"/>
          <p:cNvSpPr/>
          <p:nvPr/>
        </p:nvSpPr>
        <p:spPr>
          <a:xfrm rot="10800000" flipH="1">
            <a:off x="7453832" y="3307353"/>
            <a:ext cx="0" cy="28274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" name="TextBox 38"/>
          <p:cNvSpPr txBox="1"/>
          <p:nvPr/>
        </p:nvSpPr>
        <p:spPr>
          <a:xfrm>
            <a:off x="5466732" y="3313097"/>
            <a:ext cx="41069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3m</a:t>
            </a:r>
          </a:p>
        </p:txBody>
      </p:sp>
      <p:grpSp>
        <p:nvGrpSpPr>
          <p:cNvPr id="41" name="그룹 40"/>
          <p:cNvGrpSpPr/>
          <p:nvPr/>
        </p:nvGrpSpPr>
        <p:grpSpPr>
          <a:xfrm rot="5400000">
            <a:off x="7378686" y="2986816"/>
            <a:ext cx="150289" cy="375743"/>
            <a:chOff x="5794944" y="2079049"/>
            <a:chExt cx="630570" cy="790833"/>
          </a:xfrm>
        </p:grpSpPr>
        <p:sp>
          <p:nvSpPr>
            <p:cNvPr id="42" name="직사각형 41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43" name="직선 연결선 42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직사각형 19"/>
          <p:cNvSpPr/>
          <p:nvPr/>
        </p:nvSpPr>
        <p:spPr>
          <a:xfrm rot="5400000">
            <a:off x="5506756" y="947800"/>
            <a:ext cx="299598" cy="3594548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11749" y="2381247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10kN/m</a:t>
            </a:r>
          </a:p>
        </p:txBody>
      </p:sp>
      <p:sp>
        <p:nvSpPr>
          <p:cNvPr id="17" name="Line 16 1 3 1 4">
            <a:extLst>
              <a:ext uri="{FF2B5EF4-FFF2-40B4-BE49-F238E27FC236}">
                <a16:creationId xmlns:a16="http://schemas.microsoft.com/office/drawing/2014/main" id="{7448C1DB-2536-4FA1-AE7D-DDF0DDE3D201}"/>
              </a:ext>
            </a:extLst>
          </p:cNvPr>
          <p:cNvSpPr/>
          <p:nvPr/>
        </p:nvSpPr>
        <p:spPr>
          <a:xfrm rot="10800000" flipH="1">
            <a:off x="3859283" y="5113762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Line 16 1 3 1 4">
            <a:extLst>
              <a:ext uri="{FF2B5EF4-FFF2-40B4-BE49-F238E27FC236}">
                <a16:creationId xmlns:a16="http://schemas.microsoft.com/office/drawing/2014/main" id="{DBCDD606-558C-49C7-9179-0AE918A2EAE5}"/>
              </a:ext>
            </a:extLst>
          </p:cNvPr>
          <p:cNvSpPr/>
          <p:nvPr/>
        </p:nvSpPr>
        <p:spPr>
          <a:xfrm rot="10800000" flipH="1">
            <a:off x="3859282" y="5622308"/>
            <a:ext cx="3594545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Line 16 1 3 1 4">
            <a:extLst>
              <a:ext uri="{FF2B5EF4-FFF2-40B4-BE49-F238E27FC236}">
                <a16:creationId xmlns:a16="http://schemas.microsoft.com/office/drawing/2014/main" id="{0D5F545D-486B-487A-A51E-FF3B44015162}"/>
              </a:ext>
            </a:extLst>
          </p:cNvPr>
          <p:cNvSpPr/>
          <p:nvPr/>
        </p:nvSpPr>
        <p:spPr>
          <a:xfrm rot="10800000" flipH="1">
            <a:off x="3869435" y="5492739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Line 16 1 3 1 4">
            <a:extLst>
              <a:ext uri="{FF2B5EF4-FFF2-40B4-BE49-F238E27FC236}">
                <a16:creationId xmlns:a16="http://schemas.microsoft.com/office/drawing/2014/main" id="{D5EEF6C3-8DAC-4AFD-AEFE-8336866FB002}"/>
              </a:ext>
            </a:extLst>
          </p:cNvPr>
          <p:cNvSpPr/>
          <p:nvPr/>
        </p:nvSpPr>
        <p:spPr>
          <a:xfrm rot="10800000" flipH="1">
            <a:off x="7453831" y="5492739"/>
            <a:ext cx="0" cy="28274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12568A0-6C04-42A2-BDE2-2D4172774C3E}"/>
              </a:ext>
            </a:extLst>
          </p:cNvPr>
          <p:cNvSpPr txBox="1"/>
          <p:nvPr/>
        </p:nvSpPr>
        <p:spPr>
          <a:xfrm>
            <a:off x="5466731" y="5498483"/>
            <a:ext cx="41069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3m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68A4C86-49C8-402F-A208-09DC2E94592B}"/>
              </a:ext>
            </a:extLst>
          </p:cNvPr>
          <p:cNvSpPr/>
          <p:nvPr/>
        </p:nvSpPr>
        <p:spPr>
          <a:xfrm rot="5400000">
            <a:off x="5506755" y="3133186"/>
            <a:ext cx="299598" cy="3594548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1759749-7DC1-4B6A-B1B0-D16096F21EF5}"/>
              </a:ext>
            </a:extLst>
          </p:cNvPr>
          <p:cNvSpPr txBox="1"/>
          <p:nvPr/>
        </p:nvSpPr>
        <p:spPr>
          <a:xfrm>
            <a:off x="5311748" y="4566633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10kN/m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843EE4-6258-4078-BA61-07E899A13063}"/>
              </a:ext>
            </a:extLst>
          </p:cNvPr>
          <p:cNvSpPr txBox="1"/>
          <p:nvPr/>
        </p:nvSpPr>
        <p:spPr>
          <a:xfrm>
            <a:off x="3896739" y="5172028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15kN</a:t>
            </a:r>
          </a:p>
        </p:txBody>
      </p:sp>
      <p:sp>
        <p:nvSpPr>
          <p:cNvPr id="45" name="Line 16 1 3 1 4">
            <a:extLst>
              <a:ext uri="{FF2B5EF4-FFF2-40B4-BE49-F238E27FC236}">
                <a16:creationId xmlns:a16="http://schemas.microsoft.com/office/drawing/2014/main" id="{9AE83DE6-6B63-43B8-820B-3526002A278D}"/>
              </a:ext>
            </a:extLst>
          </p:cNvPr>
          <p:cNvSpPr/>
          <p:nvPr/>
        </p:nvSpPr>
        <p:spPr>
          <a:xfrm rot="10800000" flipH="1">
            <a:off x="3871755" y="5172028"/>
            <a:ext cx="0" cy="431478"/>
          </a:xfrm>
          <a:prstGeom prst="line">
            <a:avLst/>
          </a:prstGeom>
          <a:ln w="57150">
            <a:solidFill>
              <a:srgbClr val="FF0000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EBA869D-AAE4-4E16-B969-7F5D9EA3749F}"/>
              </a:ext>
            </a:extLst>
          </p:cNvPr>
          <p:cNvSpPr txBox="1"/>
          <p:nvPr/>
        </p:nvSpPr>
        <p:spPr>
          <a:xfrm>
            <a:off x="7484806" y="5164629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15kN</a:t>
            </a:r>
          </a:p>
        </p:txBody>
      </p:sp>
      <p:sp>
        <p:nvSpPr>
          <p:cNvPr id="47" name="Line 16 1 3 1 4">
            <a:extLst>
              <a:ext uri="{FF2B5EF4-FFF2-40B4-BE49-F238E27FC236}">
                <a16:creationId xmlns:a16="http://schemas.microsoft.com/office/drawing/2014/main" id="{31AFB859-333A-4A4F-BB43-351514CE7DAC}"/>
              </a:ext>
            </a:extLst>
          </p:cNvPr>
          <p:cNvSpPr/>
          <p:nvPr/>
        </p:nvSpPr>
        <p:spPr>
          <a:xfrm rot="10800000" flipH="1" flipV="1">
            <a:off x="7459822" y="5164629"/>
            <a:ext cx="0" cy="431478"/>
          </a:xfrm>
          <a:prstGeom prst="line">
            <a:avLst/>
          </a:prstGeom>
          <a:ln w="57150">
            <a:solidFill>
              <a:srgbClr val="FF0000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8" name="Line 16 1 3 1 4">
            <a:extLst>
              <a:ext uri="{FF2B5EF4-FFF2-40B4-BE49-F238E27FC236}">
                <a16:creationId xmlns:a16="http://schemas.microsoft.com/office/drawing/2014/main" id="{02B77031-9B07-458E-BCCD-EAF930614CC7}"/>
              </a:ext>
            </a:extLst>
          </p:cNvPr>
          <p:cNvSpPr/>
          <p:nvPr/>
        </p:nvSpPr>
        <p:spPr>
          <a:xfrm rot="10800000" flipH="1">
            <a:off x="3792237" y="5267350"/>
            <a:ext cx="134096" cy="78190"/>
          </a:xfrm>
          <a:prstGeom prst="line">
            <a:avLst/>
          </a:prstGeom>
          <a:ln w="9525">
            <a:solidFill>
              <a:srgbClr val="FF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" name="Line 16 1 3 1 4">
            <a:extLst>
              <a:ext uri="{FF2B5EF4-FFF2-40B4-BE49-F238E27FC236}">
                <a16:creationId xmlns:a16="http://schemas.microsoft.com/office/drawing/2014/main" id="{794E26D1-D183-48B4-A537-B974317BAFD3}"/>
              </a:ext>
            </a:extLst>
          </p:cNvPr>
          <p:cNvSpPr/>
          <p:nvPr/>
        </p:nvSpPr>
        <p:spPr>
          <a:xfrm rot="10800000" flipH="1">
            <a:off x="7398056" y="5419750"/>
            <a:ext cx="134096" cy="78190"/>
          </a:xfrm>
          <a:prstGeom prst="line">
            <a:avLst/>
          </a:prstGeom>
          <a:ln w="9525">
            <a:solidFill>
              <a:srgbClr val="FF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28712483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Line 16 1 3 1 4">
            <a:extLst>
              <a:ext uri="{FF2B5EF4-FFF2-40B4-BE49-F238E27FC236}">
                <a16:creationId xmlns:a16="http://schemas.microsoft.com/office/drawing/2014/main" id="{4B5A7317-EF85-406D-8727-D624334298E7}"/>
              </a:ext>
            </a:extLst>
          </p:cNvPr>
          <p:cNvSpPr/>
          <p:nvPr/>
        </p:nvSpPr>
        <p:spPr>
          <a:xfrm rot="10800000" flipH="1">
            <a:off x="3859284" y="2928376"/>
            <a:ext cx="3600000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타원 11"/>
          <p:cNvSpPr/>
          <p:nvPr/>
        </p:nvSpPr>
        <p:spPr>
          <a:xfrm>
            <a:off x="3792236" y="2965446"/>
            <a:ext cx="134096" cy="13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3" name="이등변 삼각형 2"/>
          <p:cNvSpPr/>
          <p:nvPr/>
        </p:nvSpPr>
        <p:spPr>
          <a:xfrm>
            <a:off x="7383140" y="2965446"/>
            <a:ext cx="152287" cy="134096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10182" y="2251711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20kN/m</a:t>
            </a:r>
          </a:p>
        </p:txBody>
      </p:sp>
      <p:grpSp>
        <p:nvGrpSpPr>
          <p:cNvPr id="27" name="그룹 26"/>
          <p:cNvGrpSpPr/>
          <p:nvPr/>
        </p:nvGrpSpPr>
        <p:grpSpPr>
          <a:xfrm rot="5400000">
            <a:off x="3784139" y="2986815"/>
            <a:ext cx="150287" cy="375743"/>
            <a:chOff x="5794944" y="2079049"/>
            <a:chExt cx="630570" cy="790833"/>
          </a:xfrm>
        </p:grpSpPr>
        <p:sp>
          <p:nvSpPr>
            <p:cNvPr id="28" name="직사각형 27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Line 16 1 3 1 4"/>
          <p:cNvSpPr/>
          <p:nvPr/>
        </p:nvSpPr>
        <p:spPr>
          <a:xfrm rot="10800000" flipH="1">
            <a:off x="3859283" y="3436922"/>
            <a:ext cx="1102078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Line 16 1 3 1 4"/>
          <p:cNvSpPr/>
          <p:nvPr/>
        </p:nvSpPr>
        <p:spPr>
          <a:xfrm rot="10800000" flipH="1">
            <a:off x="3869436" y="3307353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Line 16 1 3 1 4"/>
          <p:cNvSpPr/>
          <p:nvPr/>
        </p:nvSpPr>
        <p:spPr>
          <a:xfrm rot="10800000" flipH="1">
            <a:off x="6019283" y="3033792"/>
            <a:ext cx="0" cy="556303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" name="Line 16 1 3 1 4"/>
          <p:cNvSpPr/>
          <p:nvPr/>
        </p:nvSpPr>
        <p:spPr>
          <a:xfrm rot="10800000" flipH="1">
            <a:off x="6019282" y="3436922"/>
            <a:ext cx="7200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" name="Line 16 1 3 1 4"/>
          <p:cNvSpPr/>
          <p:nvPr/>
        </p:nvSpPr>
        <p:spPr>
          <a:xfrm rot="10800000" flipH="1">
            <a:off x="7453832" y="3307353"/>
            <a:ext cx="0" cy="28274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" name="TextBox 38"/>
          <p:cNvSpPr txBox="1"/>
          <p:nvPr/>
        </p:nvSpPr>
        <p:spPr>
          <a:xfrm>
            <a:off x="4225616" y="3313097"/>
            <a:ext cx="41069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3m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88364" y="3313097"/>
            <a:ext cx="41069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2m</a:t>
            </a:r>
          </a:p>
        </p:txBody>
      </p:sp>
      <p:grpSp>
        <p:nvGrpSpPr>
          <p:cNvPr id="41" name="그룹 40"/>
          <p:cNvGrpSpPr/>
          <p:nvPr/>
        </p:nvGrpSpPr>
        <p:grpSpPr>
          <a:xfrm rot="5400000">
            <a:off x="7378686" y="2986816"/>
            <a:ext cx="150289" cy="375743"/>
            <a:chOff x="5794944" y="2079049"/>
            <a:chExt cx="630570" cy="790833"/>
          </a:xfrm>
        </p:grpSpPr>
        <p:sp>
          <p:nvSpPr>
            <p:cNvPr id="42" name="직사각형 41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43" name="직선 연결선 42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Line 16 1 3 1 4"/>
          <p:cNvSpPr/>
          <p:nvPr/>
        </p:nvSpPr>
        <p:spPr>
          <a:xfrm rot="10800000" flipH="1">
            <a:off x="6733834" y="3033791"/>
            <a:ext cx="0" cy="556303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Line 16 1 3 1 4"/>
          <p:cNvSpPr/>
          <p:nvPr/>
        </p:nvSpPr>
        <p:spPr>
          <a:xfrm rot="10800000" flipH="1">
            <a:off x="6733833" y="3436921"/>
            <a:ext cx="7200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TextBox 25"/>
          <p:cNvSpPr txBox="1"/>
          <p:nvPr/>
        </p:nvSpPr>
        <p:spPr>
          <a:xfrm>
            <a:off x="6902915" y="3313096"/>
            <a:ext cx="41069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2m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35473" y="2472653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60kN</a:t>
            </a:r>
          </a:p>
        </p:txBody>
      </p:sp>
      <p:sp>
        <p:nvSpPr>
          <p:cNvPr id="32" name="Line 16 1 3 1 4"/>
          <p:cNvSpPr/>
          <p:nvPr/>
        </p:nvSpPr>
        <p:spPr>
          <a:xfrm rot="10800000" flipH="1">
            <a:off x="6733833" y="2441913"/>
            <a:ext cx="0" cy="431478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직각 삼각형 1"/>
          <p:cNvSpPr/>
          <p:nvPr/>
        </p:nvSpPr>
        <p:spPr>
          <a:xfrm flipH="1">
            <a:off x="3926331" y="2480791"/>
            <a:ext cx="2092949" cy="401421"/>
          </a:xfrm>
          <a:prstGeom prst="rtTriangle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01822" y="2972831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A</a:t>
            </a:r>
          </a:p>
        </p:txBody>
      </p:sp>
      <p:sp>
        <p:nvSpPr>
          <p:cNvPr id="4" name="타원 3"/>
          <p:cNvSpPr/>
          <p:nvPr/>
        </p:nvSpPr>
        <p:spPr>
          <a:xfrm>
            <a:off x="4923651" y="2893446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34" name="Line 16 1 3 1 4"/>
          <p:cNvSpPr/>
          <p:nvPr/>
        </p:nvSpPr>
        <p:spPr>
          <a:xfrm rot="10800000" flipH="1">
            <a:off x="4953071" y="3029201"/>
            <a:ext cx="0" cy="556303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" name="Line 16 1 3 1 4"/>
          <p:cNvSpPr/>
          <p:nvPr/>
        </p:nvSpPr>
        <p:spPr>
          <a:xfrm rot="10800000" flipH="1">
            <a:off x="4949915" y="3436921"/>
            <a:ext cx="1062001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" name="TextBox 44"/>
          <p:cNvSpPr txBox="1"/>
          <p:nvPr/>
        </p:nvSpPr>
        <p:spPr>
          <a:xfrm>
            <a:off x="5317541" y="3311942"/>
            <a:ext cx="41069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3m</a:t>
            </a:r>
          </a:p>
        </p:txBody>
      </p:sp>
    </p:spTree>
    <p:extLst>
      <p:ext uri="{BB962C8B-B14F-4D97-AF65-F5344CB8AC3E}">
        <p14:creationId xmlns:p14="http://schemas.microsoft.com/office/powerpoint/2010/main" val="22892650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16 1 3 1 4"/>
          <p:cNvSpPr/>
          <p:nvPr/>
        </p:nvSpPr>
        <p:spPr>
          <a:xfrm rot="10800000" flipH="1">
            <a:off x="3859284" y="1603815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타원 11"/>
          <p:cNvSpPr/>
          <p:nvPr/>
        </p:nvSpPr>
        <p:spPr>
          <a:xfrm>
            <a:off x="3792236" y="3373310"/>
            <a:ext cx="134096" cy="13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grpSp>
        <p:nvGrpSpPr>
          <p:cNvPr id="13" name="그룹 12"/>
          <p:cNvGrpSpPr/>
          <p:nvPr/>
        </p:nvGrpSpPr>
        <p:grpSpPr>
          <a:xfrm rot="5400000">
            <a:off x="3709484" y="3469334"/>
            <a:ext cx="299598" cy="375743"/>
            <a:chOff x="5794944" y="2079049"/>
            <a:chExt cx="630570" cy="790833"/>
          </a:xfrm>
        </p:grpSpPr>
        <p:sp>
          <p:nvSpPr>
            <p:cNvPr id="14" name="직사각형 13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15" name="직선 연결선 14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이등변 삼각형 2"/>
          <p:cNvSpPr/>
          <p:nvPr/>
        </p:nvSpPr>
        <p:spPr>
          <a:xfrm>
            <a:off x="7383140" y="3373310"/>
            <a:ext cx="152287" cy="1340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grpSp>
        <p:nvGrpSpPr>
          <p:cNvPr id="30" name="그룹 29"/>
          <p:cNvGrpSpPr/>
          <p:nvPr/>
        </p:nvGrpSpPr>
        <p:grpSpPr>
          <a:xfrm rot="5400000">
            <a:off x="7304032" y="3469334"/>
            <a:ext cx="299598" cy="375743"/>
            <a:chOff x="5794944" y="2079049"/>
            <a:chExt cx="630570" cy="790833"/>
          </a:xfrm>
        </p:grpSpPr>
        <p:sp>
          <p:nvSpPr>
            <p:cNvPr id="32" name="직사각형 31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33" name="직선 연결선 32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Line 16 1 3 1 4"/>
          <p:cNvSpPr/>
          <p:nvPr/>
        </p:nvSpPr>
        <p:spPr>
          <a:xfrm rot="10800000" flipH="1">
            <a:off x="7455954" y="1574970"/>
            <a:ext cx="0" cy="180000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Line 16 1 3 1 4"/>
          <p:cNvSpPr/>
          <p:nvPr/>
        </p:nvSpPr>
        <p:spPr>
          <a:xfrm rot="10800000" flipH="1">
            <a:off x="3861552" y="1573308"/>
            <a:ext cx="0" cy="1800001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Line 16 1 3 1 4"/>
          <p:cNvSpPr/>
          <p:nvPr/>
        </p:nvSpPr>
        <p:spPr>
          <a:xfrm rot="10800000">
            <a:off x="3242548" y="1612692"/>
            <a:ext cx="576000" cy="0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TextBox 28"/>
          <p:cNvSpPr txBox="1"/>
          <p:nvPr/>
        </p:nvSpPr>
        <p:spPr>
          <a:xfrm>
            <a:off x="3114086" y="1335693"/>
            <a:ext cx="655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100kN</a:t>
            </a:r>
          </a:p>
        </p:txBody>
      </p:sp>
      <p:grpSp>
        <p:nvGrpSpPr>
          <p:cNvPr id="2" name="그룹 1"/>
          <p:cNvGrpSpPr/>
          <p:nvPr/>
        </p:nvGrpSpPr>
        <p:grpSpPr>
          <a:xfrm rot="5400000">
            <a:off x="6910597" y="2354706"/>
            <a:ext cx="1894713" cy="410690"/>
            <a:chOff x="4011684" y="3971259"/>
            <a:chExt cx="1894713" cy="410690"/>
          </a:xfrm>
        </p:grpSpPr>
        <p:sp>
          <p:nvSpPr>
            <p:cNvPr id="35" name="Line 16 1 3 1 4"/>
            <p:cNvSpPr/>
            <p:nvPr/>
          </p:nvSpPr>
          <p:spPr>
            <a:xfrm rot="10800000" flipH="1">
              <a:off x="4011684" y="4176356"/>
              <a:ext cx="1894713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6" name="Line 16 1 3 1 4"/>
            <p:cNvSpPr/>
            <p:nvPr/>
          </p:nvSpPr>
          <p:spPr>
            <a:xfrm rot="10800000" flipH="1">
              <a:off x="4011684" y="3988652"/>
              <a:ext cx="0" cy="336099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7" name="Line 16 1 3 1 4"/>
            <p:cNvSpPr/>
            <p:nvPr/>
          </p:nvSpPr>
          <p:spPr>
            <a:xfrm rot="10800000" flipH="1">
              <a:off x="5906397" y="4023954"/>
              <a:ext cx="0" cy="30079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8" name="TextBox 37"/>
            <p:cNvSpPr txBox="1"/>
            <p:nvPr/>
          </p:nvSpPr>
          <p:spPr>
            <a:xfrm rot="16200000">
              <a:off x="4727211" y="4038104"/>
              <a:ext cx="410690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  <a:cs typeface="KoPubWorld바탕체_Pro Light" panose="00000300000000000000" pitchFamily="50" charset="-127"/>
                </a:rPr>
                <a:t>4m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5987751" y="1145258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60kN</a:t>
            </a:r>
          </a:p>
        </p:txBody>
      </p:sp>
      <p:sp>
        <p:nvSpPr>
          <p:cNvPr id="28" name="Line 16 1 3 1 4"/>
          <p:cNvSpPr/>
          <p:nvPr/>
        </p:nvSpPr>
        <p:spPr>
          <a:xfrm rot="10800000">
            <a:off x="6028482" y="1068349"/>
            <a:ext cx="0" cy="477637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Line 16 1 3 1 4"/>
          <p:cNvSpPr/>
          <p:nvPr/>
        </p:nvSpPr>
        <p:spPr>
          <a:xfrm rot="10800000" flipH="1">
            <a:off x="3859283" y="4023956"/>
            <a:ext cx="21600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Line 16 1 3 1 4"/>
          <p:cNvSpPr/>
          <p:nvPr/>
        </p:nvSpPr>
        <p:spPr>
          <a:xfrm rot="10800000" flipH="1">
            <a:off x="3859284" y="3836252"/>
            <a:ext cx="0" cy="336099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" name="Line 16 1 3 1 4"/>
          <p:cNvSpPr/>
          <p:nvPr/>
        </p:nvSpPr>
        <p:spPr>
          <a:xfrm rot="10800000" flipH="1">
            <a:off x="6019283" y="1767170"/>
            <a:ext cx="0" cy="240518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" name="Line 16 1 3 1 4"/>
          <p:cNvSpPr/>
          <p:nvPr/>
        </p:nvSpPr>
        <p:spPr>
          <a:xfrm rot="10800000" flipH="1">
            <a:off x="6019282" y="4023956"/>
            <a:ext cx="1434549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" name="Line 16 1 3 1 4"/>
          <p:cNvSpPr/>
          <p:nvPr/>
        </p:nvSpPr>
        <p:spPr>
          <a:xfrm rot="10800000" flipH="1">
            <a:off x="7453832" y="3836251"/>
            <a:ext cx="0" cy="336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" name="TextBox 41"/>
          <p:cNvSpPr txBox="1"/>
          <p:nvPr/>
        </p:nvSpPr>
        <p:spPr>
          <a:xfrm>
            <a:off x="4699474" y="3900131"/>
            <a:ext cx="41069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4m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6237" y="3900131"/>
            <a:ext cx="41069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3m</a:t>
            </a:r>
          </a:p>
        </p:txBody>
      </p:sp>
      <p:sp>
        <p:nvSpPr>
          <p:cNvPr id="47" name="Line 16 1 3 1 4">
            <a:extLst>
              <a:ext uri="{FF2B5EF4-FFF2-40B4-BE49-F238E27FC236}">
                <a16:creationId xmlns:a16="http://schemas.microsoft.com/office/drawing/2014/main" id="{3FAC6130-584D-4731-B31F-835CEC999C82}"/>
              </a:ext>
            </a:extLst>
          </p:cNvPr>
          <p:cNvSpPr/>
          <p:nvPr/>
        </p:nvSpPr>
        <p:spPr>
          <a:xfrm rot="10800000">
            <a:off x="3859282" y="1068349"/>
            <a:ext cx="0" cy="477637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B712E27-D8BB-44D0-A914-EE9A370D8E68}"/>
              </a:ext>
            </a:extLst>
          </p:cNvPr>
          <p:cNvSpPr txBox="1"/>
          <p:nvPr/>
        </p:nvSpPr>
        <p:spPr>
          <a:xfrm>
            <a:off x="3876339" y="1146736"/>
            <a:ext cx="655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100kN</a:t>
            </a: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36C80D08-6E97-486D-9461-AFBD2983760F}"/>
              </a:ext>
            </a:extLst>
          </p:cNvPr>
          <p:cNvSpPr/>
          <p:nvPr/>
        </p:nvSpPr>
        <p:spPr>
          <a:xfrm>
            <a:off x="7419660" y="1573308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35D05B6-D49B-4610-8BF0-5C400AE54A36}"/>
              </a:ext>
            </a:extLst>
          </p:cNvPr>
          <p:cNvSpPr txBox="1"/>
          <p:nvPr/>
        </p:nvSpPr>
        <p:spPr>
          <a:xfrm>
            <a:off x="3586131" y="3249434"/>
            <a:ext cx="282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7728117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16 1 3 1 4"/>
          <p:cNvSpPr/>
          <p:nvPr/>
        </p:nvSpPr>
        <p:spPr>
          <a:xfrm rot="10800000" flipH="1">
            <a:off x="3859284" y="2928376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타원 11"/>
          <p:cNvSpPr/>
          <p:nvPr/>
        </p:nvSpPr>
        <p:spPr>
          <a:xfrm>
            <a:off x="3792236" y="2965446"/>
            <a:ext cx="134096" cy="13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이등변 삼각형 2"/>
          <p:cNvSpPr/>
          <p:nvPr/>
        </p:nvSpPr>
        <p:spPr>
          <a:xfrm>
            <a:off x="7383140" y="2965446"/>
            <a:ext cx="152287" cy="1340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원호 5"/>
          <p:cNvSpPr/>
          <p:nvPr/>
        </p:nvSpPr>
        <p:spPr>
          <a:xfrm>
            <a:off x="5839282" y="2734448"/>
            <a:ext cx="360000" cy="360000"/>
          </a:xfrm>
          <a:prstGeom prst="arc">
            <a:avLst>
              <a:gd name="adj1" fmla="val 12259889"/>
              <a:gd name="adj2" fmla="val 4340779"/>
            </a:avLst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018224" y="2464365"/>
            <a:ext cx="7745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100kN-m</a:t>
            </a:r>
          </a:p>
        </p:txBody>
      </p:sp>
      <p:grpSp>
        <p:nvGrpSpPr>
          <p:cNvPr id="27" name="그룹 26"/>
          <p:cNvGrpSpPr/>
          <p:nvPr/>
        </p:nvGrpSpPr>
        <p:grpSpPr>
          <a:xfrm rot="5400000">
            <a:off x="3784139" y="2986815"/>
            <a:ext cx="150287" cy="375743"/>
            <a:chOff x="5794944" y="2079049"/>
            <a:chExt cx="630570" cy="790833"/>
          </a:xfrm>
        </p:grpSpPr>
        <p:sp>
          <p:nvSpPr>
            <p:cNvPr id="28" name="직사각형 27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Line 16 1 3 1 4"/>
          <p:cNvSpPr/>
          <p:nvPr/>
        </p:nvSpPr>
        <p:spPr>
          <a:xfrm rot="10800000" flipH="1">
            <a:off x="3859283" y="3436922"/>
            <a:ext cx="21600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Line 16 1 3 1 4"/>
          <p:cNvSpPr/>
          <p:nvPr/>
        </p:nvSpPr>
        <p:spPr>
          <a:xfrm rot="10800000" flipH="1">
            <a:off x="3869436" y="3307353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Line 16 1 3 1 4"/>
          <p:cNvSpPr/>
          <p:nvPr/>
        </p:nvSpPr>
        <p:spPr>
          <a:xfrm rot="10800000" flipH="1">
            <a:off x="6019283" y="3033792"/>
            <a:ext cx="0" cy="556303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" name="Line 16 1 3 1 4"/>
          <p:cNvSpPr/>
          <p:nvPr/>
        </p:nvSpPr>
        <p:spPr>
          <a:xfrm rot="10800000" flipH="1">
            <a:off x="6019282" y="3436922"/>
            <a:ext cx="1434549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" name="Line 16 1 3 1 4"/>
          <p:cNvSpPr/>
          <p:nvPr/>
        </p:nvSpPr>
        <p:spPr>
          <a:xfrm rot="10800000" flipH="1">
            <a:off x="7453832" y="3307353"/>
            <a:ext cx="0" cy="28274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" name="TextBox 38"/>
          <p:cNvSpPr txBox="1"/>
          <p:nvPr/>
        </p:nvSpPr>
        <p:spPr>
          <a:xfrm>
            <a:off x="4699474" y="3313097"/>
            <a:ext cx="38183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6m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6237" y="3313097"/>
            <a:ext cx="38183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4m</a:t>
            </a:r>
          </a:p>
        </p:txBody>
      </p:sp>
      <p:grpSp>
        <p:nvGrpSpPr>
          <p:cNvPr id="41" name="그룹 40"/>
          <p:cNvGrpSpPr/>
          <p:nvPr/>
        </p:nvGrpSpPr>
        <p:grpSpPr>
          <a:xfrm rot="5400000">
            <a:off x="7378686" y="2986816"/>
            <a:ext cx="150289" cy="375743"/>
            <a:chOff x="5794944" y="2079049"/>
            <a:chExt cx="630570" cy="790833"/>
          </a:xfrm>
        </p:grpSpPr>
        <p:sp>
          <p:nvSpPr>
            <p:cNvPr id="42" name="직사각형 41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3" name="직선 연결선 42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그룹 20"/>
          <p:cNvGrpSpPr/>
          <p:nvPr/>
        </p:nvGrpSpPr>
        <p:grpSpPr>
          <a:xfrm>
            <a:off x="8153186" y="2308413"/>
            <a:ext cx="745320" cy="1863301"/>
            <a:chOff x="8794897" y="3168650"/>
            <a:chExt cx="720000" cy="1800000"/>
          </a:xfrm>
          <a:solidFill>
            <a:schemeClr val="bg1">
              <a:lumMod val="65000"/>
            </a:schemeClr>
          </a:solidFill>
        </p:grpSpPr>
        <p:sp>
          <p:nvSpPr>
            <p:cNvPr id="59" name="직사각형 58"/>
            <p:cNvSpPr/>
            <p:nvPr/>
          </p:nvSpPr>
          <p:spPr>
            <a:xfrm>
              <a:off x="9129697" y="3168650"/>
              <a:ext cx="50400" cy="1800000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sp>
          <p:nvSpPr>
            <p:cNvPr id="60" name="직사각형 59"/>
            <p:cNvSpPr/>
            <p:nvPr/>
          </p:nvSpPr>
          <p:spPr>
            <a:xfrm>
              <a:off x="8794897" y="3168650"/>
              <a:ext cx="720000" cy="75600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sp>
          <p:nvSpPr>
            <p:cNvPr id="61" name="직사각형 60"/>
            <p:cNvSpPr/>
            <p:nvPr/>
          </p:nvSpPr>
          <p:spPr>
            <a:xfrm>
              <a:off x="8794897" y="4892749"/>
              <a:ext cx="720000" cy="75600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</p:grpSp>
      <p:sp>
        <p:nvSpPr>
          <p:cNvPr id="56" name="Line 16 1 3 1 4"/>
          <p:cNvSpPr/>
          <p:nvPr/>
        </p:nvSpPr>
        <p:spPr>
          <a:xfrm rot="16200000" flipH="1">
            <a:off x="8151513" y="3239591"/>
            <a:ext cx="1862347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" name="Line 16 1 3 1 4"/>
          <p:cNvSpPr/>
          <p:nvPr/>
        </p:nvSpPr>
        <p:spPr>
          <a:xfrm rot="16200000" flipH="1">
            <a:off x="9118896" y="2131664"/>
            <a:ext cx="0" cy="353504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8" name="TextBox 57"/>
          <p:cNvSpPr txBox="1"/>
          <p:nvPr/>
        </p:nvSpPr>
        <p:spPr>
          <a:xfrm>
            <a:off x="9033744" y="3099800"/>
            <a:ext cx="979787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600mm</a:t>
            </a:r>
          </a:p>
        </p:txBody>
      </p:sp>
      <p:sp>
        <p:nvSpPr>
          <p:cNvPr id="53" name="Line 16 1 3 1 4"/>
          <p:cNvSpPr/>
          <p:nvPr/>
        </p:nvSpPr>
        <p:spPr>
          <a:xfrm rot="10800000" flipH="1">
            <a:off x="8155089" y="4351780"/>
            <a:ext cx="740125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4" name="Line 16 1 3 1 4"/>
          <p:cNvSpPr/>
          <p:nvPr/>
        </p:nvSpPr>
        <p:spPr>
          <a:xfrm rot="10800000" flipH="1">
            <a:off x="8895215" y="4240235"/>
            <a:ext cx="0" cy="301857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5" name="TextBox 54"/>
          <p:cNvSpPr txBox="1"/>
          <p:nvPr/>
        </p:nvSpPr>
        <p:spPr>
          <a:xfrm>
            <a:off x="8211026" y="4344784"/>
            <a:ext cx="952288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250mm</a:t>
            </a:r>
          </a:p>
        </p:txBody>
      </p:sp>
      <p:sp>
        <p:nvSpPr>
          <p:cNvPr id="24" name="Line 16 1 3 1 4"/>
          <p:cNvSpPr/>
          <p:nvPr/>
        </p:nvSpPr>
        <p:spPr>
          <a:xfrm rot="10800000" flipH="1" flipV="1">
            <a:off x="8285836" y="2010078"/>
            <a:ext cx="0" cy="301817"/>
          </a:xfrm>
          <a:prstGeom prst="line">
            <a:avLst/>
          </a:prstGeom>
          <a:ln w="9525">
            <a:solidFill>
              <a:schemeClr val="tx1"/>
            </a:solidFill>
            <a:miter/>
            <a:headEnd type="non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Line 16 1 3 1 4"/>
          <p:cNvSpPr/>
          <p:nvPr/>
        </p:nvSpPr>
        <p:spPr>
          <a:xfrm rot="10800000" flipH="1">
            <a:off x="8285836" y="2391540"/>
            <a:ext cx="0" cy="301817"/>
          </a:xfrm>
          <a:prstGeom prst="line">
            <a:avLst/>
          </a:prstGeom>
          <a:ln w="9525">
            <a:solidFill>
              <a:schemeClr val="tx1"/>
            </a:solidFill>
            <a:miter/>
            <a:headEnd type="non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TextBox 25"/>
          <p:cNvSpPr txBox="1"/>
          <p:nvPr/>
        </p:nvSpPr>
        <p:spPr>
          <a:xfrm>
            <a:off x="8225579" y="2019894"/>
            <a:ext cx="952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20mm</a:t>
            </a:r>
          </a:p>
        </p:txBody>
      </p:sp>
      <p:sp>
        <p:nvSpPr>
          <p:cNvPr id="30" name="Line 16 1 3 1 4"/>
          <p:cNvSpPr/>
          <p:nvPr/>
        </p:nvSpPr>
        <p:spPr>
          <a:xfrm rot="16200000" flipH="1" flipV="1">
            <a:off x="8701723" y="3823109"/>
            <a:ext cx="0" cy="301817"/>
          </a:xfrm>
          <a:prstGeom prst="line">
            <a:avLst/>
          </a:prstGeom>
          <a:ln w="9525">
            <a:solidFill>
              <a:schemeClr val="tx1"/>
            </a:solidFill>
            <a:miter/>
            <a:headEnd type="non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Line 16 1 3 1 4"/>
          <p:cNvSpPr/>
          <p:nvPr/>
        </p:nvSpPr>
        <p:spPr>
          <a:xfrm rot="16200000" flipH="1">
            <a:off x="8347897" y="3825751"/>
            <a:ext cx="0" cy="301817"/>
          </a:xfrm>
          <a:prstGeom prst="line">
            <a:avLst/>
          </a:prstGeom>
          <a:ln w="9525">
            <a:solidFill>
              <a:schemeClr val="tx1"/>
            </a:solidFill>
            <a:miter/>
            <a:headEnd type="non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TextBox 32"/>
          <p:cNvSpPr txBox="1"/>
          <p:nvPr/>
        </p:nvSpPr>
        <p:spPr>
          <a:xfrm>
            <a:off x="7871753" y="3780948"/>
            <a:ext cx="952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10mm</a:t>
            </a:r>
          </a:p>
        </p:txBody>
      </p:sp>
      <p:sp>
        <p:nvSpPr>
          <p:cNvPr id="62" name="Line 16 1 3 1 4"/>
          <p:cNvSpPr/>
          <p:nvPr/>
        </p:nvSpPr>
        <p:spPr>
          <a:xfrm rot="10800000" flipH="1">
            <a:off x="8153186" y="4240236"/>
            <a:ext cx="0" cy="301857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3" name="Line 16 1 3 1 4"/>
          <p:cNvSpPr/>
          <p:nvPr/>
        </p:nvSpPr>
        <p:spPr>
          <a:xfrm rot="16200000" flipH="1">
            <a:off x="9118896" y="3993085"/>
            <a:ext cx="0" cy="353504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42552385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16 1 3 1 4"/>
          <p:cNvSpPr/>
          <p:nvPr/>
        </p:nvSpPr>
        <p:spPr>
          <a:xfrm rot="10800000" flipH="1">
            <a:off x="3859284" y="2928376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타원 11"/>
          <p:cNvSpPr/>
          <p:nvPr/>
        </p:nvSpPr>
        <p:spPr>
          <a:xfrm>
            <a:off x="3792236" y="2965446"/>
            <a:ext cx="134096" cy="13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grpSp>
        <p:nvGrpSpPr>
          <p:cNvPr id="13" name="그룹 12"/>
          <p:cNvGrpSpPr/>
          <p:nvPr/>
        </p:nvGrpSpPr>
        <p:grpSpPr>
          <a:xfrm rot="5400000">
            <a:off x="3784139" y="2986815"/>
            <a:ext cx="150287" cy="375743"/>
            <a:chOff x="5794944" y="2079049"/>
            <a:chExt cx="630570" cy="790833"/>
          </a:xfrm>
        </p:grpSpPr>
        <p:sp>
          <p:nvSpPr>
            <p:cNvPr id="14" name="직사각형 13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15" name="직선 연결선 14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Line 16 1 3 1 4"/>
          <p:cNvSpPr/>
          <p:nvPr/>
        </p:nvSpPr>
        <p:spPr>
          <a:xfrm rot="10800000" flipH="1">
            <a:off x="3859283" y="3436922"/>
            <a:ext cx="21600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Line 16 1 3 1 4"/>
          <p:cNvSpPr/>
          <p:nvPr/>
        </p:nvSpPr>
        <p:spPr>
          <a:xfrm rot="10800000" flipH="1">
            <a:off x="3869436" y="3307353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Line 16 1 3 1 4"/>
          <p:cNvSpPr/>
          <p:nvPr/>
        </p:nvSpPr>
        <p:spPr>
          <a:xfrm rot="10800000" flipH="1">
            <a:off x="6019283" y="3033792"/>
            <a:ext cx="0" cy="556303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Line 16 1 3 1 4"/>
          <p:cNvSpPr/>
          <p:nvPr/>
        </p:nvSpPr>
        <p:spPr>
          <a:xfrm rot="10800000" flipH="1">
            <a:off x="6019282" y="3436922"/>
            <a:ext cx="1434549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Line 16 1 3 1 4"/>
          <p:cNvSpPr/>
          <p:nvPr/>
        </p:nvSpPr>
        <p:spPr>
          <a:xfrm rot="10800000" flipH="1">
            <a:off x="7453832" y="3307353"/>
            <a:ext cx="0" cy="28274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TextBox 6"/>
          <p:cNvSpPr txBox="1"/>
          <p:nvPr/>
        </p:nvSpPr>
        <p:spPr>
          <a:xfrm>
            <a:off x="4699474" y="3313097"/>
            <a:ext cx="41069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6m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6237" y="3313097"/>
            <a:ext cx="41069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4m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44266" y="2446019"/>
            <a:ext cx="655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100kN</a:t>
            </a:r>
          </a:p>
        </p:txBody>
      </p:sp>
      <p:sp>
        <p:nvSpPr>
          <p:cNvPr id="3" name="이등변 삼각형 2"/>
          <p:cNvSpPr/>
          <p:nvPr/>
        </p:nvSpPr>
        <p:spPr>
          <a:xfrm>
            <a:off x="7383140" y="2965446"/>
            <a:ext cx="152287" cy="1340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28" name="Line 16 1 3 1 4"/>
          <p:cNvSpPr/>
          <p:nvPr/>
        </p:nvSpPr>
        <p:spPr>
          <a:xfrm rot="10800000" flipH="1">
            <a:off x="6019282" y="2446019"/>
            <a:ext cx="0" cy="431478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30" name="그룹 29"/>
          <p:cNvGrpSpPr/>
          <p:nvPr/>
        </p:nvGrpSpPr>
        <p:grpSpPr>
          <a:xfrm rot="5400000">
            <a:off x="7378686" y="2986816"/>
            <a:ext cx="150289" cy="375743"/>
            <a:chOff x="5794944" y="2079049"/>
            <a:chExt cx="630570" cy="790833"/>
          </a:xfrm>
        </p:grpSpPr>
        <p:sp>
          <p:nvSpPr>
            <p:cNvPr id="32" name="직사각형 31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33" name="직선 연결선 32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직사각형 22"/>
          <p:cNvSpPr/>
          <p:nvPr/>
        </p:nvSpPr>
        <p:spPr>
          <a:xfrm>
            <a:off x="8205190" y="2576483"/>
            <a:ext cx="197077" cy="71282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970625" y="2576483"/>
            <a:ext cx="647914" cy="23118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29" name="Line 16 1 3 1 4"/>
          <p:cNvSpPr/>
          <p:nvPr/>
        </p:nvSpPr>
        <p:spPr>
          <a:xfrm rot="16200000" flipH="1">
            <a:off x="8487288" y="2938526"/>
            <a:ext cx="724075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Line 16 1 3 1 4"/>
          <p:cNvSpPr/>
          <p:nvPr/>
        </p:nvSpPr>
        <p:spPr>
          <a:xfrm rot="16200000" flipH="1">
            <a:off x="8885535" y="2399733"/>
            <a:ext cx="0" cy="353504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TextBox 34"/>
          <p:cNvSpPr txBox="1"/>
          <p:nvPr/>
        </p:nvSpPr>
        <p:spPr>
          <a:xfrm>
            <a:off x="8806332" y="2812157"/>
            <a:ext cx="701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300mm</a:t>
            </a:r>
          </a:p>
        </p:txBody>
      </p:sp>
      <p:sp>
        <p:nvSpPr>
          <p:cNvPr id="36" name="Line 16 1 3 1 4"/>
          <p:cNvSpPr/>
          <p:nvPr/>
        </p:nvSpPr>
        <p:spPr>
          <a:xfrm rot="10800000" flipH="1">
            <a:off x="7970625" y="3451177"/>
            <a:ext cx="644821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" name="Line 16 1 3 1 4"/>
          <p:cNvSpPr/>
          <p:nvPr/>
        </p:nvSpPr>
        <p:spPr>
          <a:xfrm rot="10800000" flipH="1">
            <a:off x="8615446" y="3339632"/>
            <a:ext cx="0" cy="301857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" name="TextBox 37"/>
          <p:cNvSpPr txBox="1"/>
          <p:nvPr/>
        </p:nvSpPr>
        <p:spPr>
          <a:xfrm>
            <a:off x="7976021" y="3436598"/>
            <a:ext cx="952288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300mm</a:t>
            </a:r>
          </a:p>
        </p:txBody>
      </p:sp>
      <p:sp>
        <p:nvSpPr>
          <p:cNvPr id="39" name="Line 16 1 3 1 4"/>
          <p:cNvSpPr/>
          <p:nvPr/>
        </p:nvSpPr>
        <p:spPr>
          <a:xfrm rot="10800000" flipH="1" flipV="1">
            <a:off x="8052475" y="2350869"/>
            <a:ext cx="0" cy="229095"/>
          </a:xfrm>
          <a:prstGeom prst="line">
            <a:avLst/>
          </a:prstGeom>
          <a:ln w="9525">
            <a:solidFill>
              <a:schemeClr val="tx1"/>
            </a:solidFill>
            <a:miter/>
            <a:headEnd type="non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" name="Line 16 1 3 1 4"/>
          <p:cNvSpPr/>
          <p:nvPr/>
        </p:nvSpPr>
        <p:spPr>
          <a:xfrm rot="10800000" flipH="1">
            <a:off x="8052475" y="2826399"/>
            <a:ext cx="0" cy="235670"/>
          </a:xfrm>
          <a:prstGeom prst="line">
            <a:avLst/>
          </a:prstGeom>
          <a:ln w="9525">
            <a:solidFill>
              <a:schemeClr val="tx1"/>
            </a:solidFill>
            <a:miter/>
            <a:headEnd type="non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" name="TextBox 40"/>
          <p:cNvSpPr txBox="1"/>
          <p:nvPr/>
        </p:nvSpPr>
        <p:spPr>
          <a:xfrm>
            <a:off x="7992220" y="2320633"/>
            <a:ext cx="716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100mm</a:t>
            </a:r>
          </a:p>
        </p:txBody>
      </p:sp>
      <p:sp>
        <p:nvSpPr>
          <p:cNvPr id="42" name="Line 16 1 3 1 4"/>
          <p:cNvSpPr/>
          <p:nvPr/>
        </p:nvSpPr>
        <p:spPr>
          <a:xfrm rot="16200000" flipH="1" flipV="1">
            <a:off x="8515414" y="3079286"/>
            <a:ext cx="0" cy="225464"/>
          </a:xfrm>
          <a:prstGeom prst="line">
            <a:avLst/>
          </a:prstGeom>
          <a:ln w="9525">
            <a:solidFill>
              <a:schemeClr val="tx1"/>
            </a:solidFill>
            <a:miter/>
            <a:headEnd type="non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Line 16 1 3 1 4"/>
          <p:cNvSpPr/>
          <p:nvPr/>
        </p:nvSpPr>
        <p:spPr>
          <a:xfrm rot="16200000" flipH="1">
            <a:off x="8105153" y="3079085"/>
            <a:ext cx="0" cy="225865"/>
          </a:xfrm>
          <a:prstGeom prst="line">
            <a:avLst/>
          </a:prstGeom>
          <a:ln w="9525">
            <a:solidFill>
              <a:schemeClr val="tx1"/>
            </a:solidFill>
            <a:miter/>
            <a:headEnd type="non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" name="TextBox 43"/>
          <p:cNvSpPr txBox="1"/>
          <p:nvPr/>
        </p:nvSpPr>
        <p:spPr>
          <a:xfrm>
            <a:off x="7626427" y="3129316"/>
            <a:ext cx="952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100mm</a:t>
            </a:r>
          </a:p>
        </p:txBody>
      </p:sp>
      <p:sp>
        <p:nvSpPr>
          <p:cNvPr id="45" name="Line 16 1 3 1 4"/>
          <p:cNvSpPr/>
          <p:nvPr/>
        </p:nvSpPr>
        <p:spPr>
          <a:xfrm rot="10800000" flipH="1">
            <a:off x="7979520" y="3352137"/>
            <a:ext cx="0" cy="301857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" name="Line 16 1 3 1 4"/>
          <p:cNvSpPr/>
          <p:nvPr/>
        </p:nvSpPr>
        <p:spPr>
          <a:xfrm rot="16200000" flipH="1">
            <a:off x="8885535" y="3123811"/>
            <a:ext cx="0" cy="353504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14977019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 rot="5400000">
            <a:off x="4792772" y="1672492"/>
            <a:ext cx="299598" cy="2153421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Line 16 1 3 1 4"/>
          <p:cNvSpPr/>
          <p:nvPr/>
        </p:nvSpPr>
        <p:spPr>
          <a:xfrm rot="10800000" flipH="1">
            <a:off x="3859284" y="2928376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타원 11"/>
          <p:cNvSpPr/>
          <p:nvPr/>
        </p:nvSpPr>
        <p:spPr>
          <a:xfrm>
            <a:off x="3792236" y="2965446"/>
            <a:ext cx="134096" cy="13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이등변 삼각형 2"/>
          <p:cNvSpPr/>
          <p:nvPr/>
        </p:nvSpPr>
        <p:spPr>
          <a:xfrm>
            <a:off x="7383140" y="2965446"/>
            <a:ext cx="152287" cy="1340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원호 5"/>
          <p:cNvSpPr/>
          <p:nvPr/>
        </p:nvSpPr>
        <p:spPr>
          <a:xfrm>
            <a:off x="7276609" y="2734448"/>
            <a:ext cx="360000" cy="360000"/>
          </a:xfrm>
          <a:prstGeom prst="arc">
            <a:avLst>
              <a:gd name="adj1" fmla="val 12259889"/>
              <a:gd name="adj2" fmla="val 4340779"/>
            </a:avLst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034326" y="2464365"/>
            <a:ext cx="6976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50kN-m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4477" y="2360227"/>
            <a:ext cx="6896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20kN/m</a:t>
            </a:r>
          </a:p>
        </p:txBody>
      </p:sp>
      <p:grpSp>
        <p:nvGrpSpPr>
          <p:cNvPr id="27" name="그룹 26"/>
          <p:cNvGrpSpPr/>
          <p:nvPr/>
        </p:nvGrpSpPr>
        <p:grpSpPr>
          <a:xfrm rot="5400000">
            <a:off x="3784139" y="2986815"/>
            <a:ext cx="150287" cy="375743"/>
            <a:chOff x="5794944" y="2079049"/>
            <a:chExt cx="630570" cy="790833"/>
          </a:xfrm>
        </p:grpSpPr>
        <p:sp>
          <p:nvSpPr>
            <p:cNvPr id="28" name="직사각형 27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Line 16 1 3 1 4"/>
          <p:cNvSpPr/>
          <p:nvPr/>
        </p:nvSpPr>
        <p:spPr>
          <a:xfrm rot="10800000" flipH="1">
            <a:off x="3859283" y="3436922"/>
            <a:ext cx="21600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Line 16 1 3 1 4"/>
          <p:cNvSpPr/>
          <p:nvPr/>
        </p:nvSpPr>
        <p:spPr>
          <a:xfrm rot="10800000" flipH="1">
            <a:off x="3869436" y="3307353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Line 16 1 3 1 4"/>
          <p:cNvSpPr/>
          <p:nvPr/>
        </p:nvSpPr>
        <p:spPr>
          <a:xfrm rot="10800000" flipH="1">
            <a:off x="6019283" y="3033792"/>
            <a:ext cx="0" cy="556303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" name="Line 16 1 3 1 4"/>
          <p:cNvSpPr/>
          <p:nvPr/>
        </p:nvSpPr>
        <p:spPr>
          <a:xfrm rot="10800000" flipH="1">
            <a:off x="6019282" y="3436922"/>
            <a:ext cx="1434549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" name="Line 16 1 3 1 4"/>
          <p:cNvSpPr/>
          <p:nvPr/>
        </p:nvSpPr>
        <p:spPr>
          <a:xfrm rot="10800000" flipH="1">
            <a:off x="7453832" y="3307353"/>
            <a:ext cx="0" cy="28274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" name="TextBox 38"/>
          <p:cNvSpPr txBox="1"/>
          <p:nvPr/>
        </p:nvSpPr>
        <p:spPr>
          <a:xfrm>
            <a:off x="4699474" y="3313097"/>
            <a:ext cx="38183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6m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6237" y="3313097"/>
            <a:ext cx="38183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4m</a:t>
            </a:r>
          </a:p>
        </p:txBody>
      </p:sp>
      <p:grpSp>
        <p:nvGrpSpPr>
          <p:cNvPr id="41" name="그룹 40"/>
          <p:cNvGrpSpPr/>
          <p:nvPr/>
        </p:nvGrpSpPr>
        <p:grpSpPr>
          <a:xfrm rot="5400000">
            <a:off x="7378686" y="2986816"/>
            <a:ext cx="150289" cy="375743"/>
            <a:chOff x="5794944" y="2079049"/>
            <a:chExt cx="630570" cy="790833"/>
          </a:xfrm>
        </p:grpSpPr>
        <p:sp>
          <p:nvSpPr>
            <p:cNvPr id="42" name="직사각형 41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3" name="직선 연결선 42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189462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16 1 3 1 4"/>
          <p:cNvSpPr/>
          <p:nvPr/>
        </p:nvSpPr>
        <p:spPr>
          <a:xfrm rot="10800000" flipH="1">
            <a:off x="3859284" y="1612693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타원 11"/>
          <p:cNvSpPr/>
          <p:nvPr/>
        </p:nvSpPr>
        <p:spPr>
          <a:xfrm>
            <a:off x="3792236" y="3373310"/>
            <a:ext cx="134096" cy="13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grpSp>
        <p:nvGrpSpPr>
          <p:cNvPr id="13" name="그룹 12"/>
          <p:cNvGrpSpPr/>
          <p:nvPr/>
        </p:nvGrpSpPr>
        <p:grpSpPr>
          <a:xfrm rot="5400000">
            <a:off x="3709484" y="3469334"/>
            <a:ext cx="299598" cy="375743"/>
            <a:chOff x="5794944" y="2079049"/>
            <a:chExt cx="630570" cy="790833"/>
          </a:xfrm>
        </p:grpSpPr>
        <p:sp>
          <p:nvSpPr>
            <p:cNvPr id="14" name="직사각형 13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15" name="직선 연결선 14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이등변 삼각형 2"/>
          <p:cNvSpPr/>
          <p:nvPr/>
        </p:nvSpPr>
        <p:spPr>
          <a:xfrm>
            <a:off x="7383140" y="3373310"/>
            <a:ext cx="152287" cy="1340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grpSp>
        <p:nvGrpSpPr>
          <p:cNvPr id="30" name="그룹 29"/>
          <p:cNvGrpSpPr/>
          <p:nvPr/>
        </p:nvGrpSpPr>
        <p:grpSpPr>
          <a:xfrm rot="5400000">
            <a:off x="7304032" y="3469334"/>
            <a:ext cx="299598" cy="375743"/>
            <a:chOff x="5794944" y="2079049"/>
            <a:chExt cx="630570" cy="790833"/>
          </a:xfrm>
        </p:grpSpPr>
        <p:sp>
          <p:nvSpPr>
            <p:cNvPr id="32" name="직사각형 31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33" name="직선 연결선 32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Line 16 1 3 1 4"/>
          <p:cNvSpPr/>
          <p:nvPr/>
        </p:nvSpPr>
        <p:spPr>
          <a:xfrm rot="10800000" flipH="1">
            <a:off x="7455954" y="1574970"/>
            <a:ext cx="0" cy="180000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Line 16 1 3 1 4"/>
          <p:cNvSpPr/>
          <p:nvPr/>
        </p:nvSpPr>
        <p:spPr>
          <a:xfrm rot="10800000" flipH="1">
            <a:off x="3861552" y="1573308"/>
            <a:ext cx="0" cy="1800001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Line 16 1 3 1 4"/>
          <p:cNvSpPr/>
          <p:nvPr/>
        </p:nvSpPr>
        <p:spPr>
          <a:xfrm rot="10800000">
            <a:off x="3242548" y="1612692"/>
            <a:ext cx="576000" cy="0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TextBox 28"/>
          <p:cNvSpPr txBox="1"/>
          <p:nvPr/>
        </p:nvSpPr>
        <p:spPr>
          <a:xfrm>
            <a:off x="3114086" y="1335693"/>
            <a:ext cx="655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100kN</a:t>
            </a:r>
          </a:p>
        </p:txBody>
      </p:sp>
      <p:grpSp>
        <p:nvGrpSpPr>
          <p:cNvPr id="2" name="그룹 1"/>
          <p:cNvGrpSpPr/>
          <p:nvPr/>
        </p:nvGrpSpPr>
        <p:grpSpPr>
          <a:xfrm rot="5400000">
            <a:off x="6910597" y="2354706"/>
            <a:ext cx="1894713" cy="410690"/>
            <a:chOff x="4011684" y="3971259"/>
            <a:chExt cx="1894713" cy="410690"/>
          </a:xfrm>
        </p:grpSpPr>
        <p:sp>
          <p:nvSpPr>
            <p:cNvPr id="35" name="Line 16 1 3 1 4"/>
            <p:cNvSpPr/>
            <p:nvPr/>
          </p:nvSpPr>
          <p:spPr>
            <a:xfrm rot="10800000" flipH="1">
              <a:off x="4011684" y="4176356"/>
              <a:ext cx="1894713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6" name="Line 16 1 3 1 4"/>
            <p:cNvSpPr/>
            <p:nvPr/>
          </p:nvSpPr>
          <p:spPr>
            <a:xfrm rot="10800000" flipH="1">
              <a:off x="4011684" y="3988652"/>
              <a:ext cx="0" cy="336099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7" name="Line 16 1 3 1 4"/>
            <p:cNvSpPr/>
            <p:nvPr/>
          </p:nvSpPr>
          <p:spPr>
            <a:xfrm rot="10800000" flipH="1">
              <a:off x="5906397" y="4023954"/>
              <a:ext cx="0" cy="30079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8" name="TextBox 37"/>
            <p:cNvSpPr txBox="1"/>
            <p:nvPr/>
          </p:nvSpPr>
          <p:spPr>
            <a:xfrm rot="16200000">
              <a:off x="4727209" y="4038104"/>
              <a:ext cx="410690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  <a:cs typeface="KoPubWorld바탕체_Pro Light" panose="00000300000000000000" pitchFamily="50" charset="-127"/>
                </a:rPr>
                <a:t>5m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5987751" y="1145258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60kN</a:t>
            </a:r>
          </a:p>
        </p:txBody>
      </p:sp>
      <p:sp>
        <p:nvSpPr>
          <p:cNvPr id="28" name="Line 16 1 3 1 4"/>
          <p:cNvSpPr/>
          <p:nvPr/>
        </p:nvSpPr>
        <p:spPr>
          <a:xfrm rot="10800000">
            <a:off x="6028482" y="1068349"/>
            <a:ext cx="0" cy="477637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Line 16 1 3 1 4"/>
          <p:cNvSpPr/>
          <p:nvPr/>
        </p:nvSpPr>
        <p:spPr>
          <a:xfrm rot="10800000" flipH="1">
            <a:off x="3859283" y="4023956"/>
            <a:ext cx="21600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Line 16 1 3 1 4"/>
          <p:cNvSpPr/>
          <p:nvPr/>
        </p:nvSpPr>
        <p:spPr>
          <a:xfrm rot="10800000" flipH="1">
            <a:off x="3859284" y="3836252"/>
            <a:ext cx="0" cy="336099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" name="Line 16 1 3 1 4"/>
          <p:cNvSpPr/>
          <p:nvPr/>
        </p:nvSpPr>
        <p:spPr>
          <a:xfrm rot="10800000" flipH="1">
            <a:off x="6019283" y="1767170"/>
            <a:ext cx="0" cy="240518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" name="Line 16 1 3 1 4"/>
          <p:cNvSpPr/>
          <p:nvPr/>
        </p:nvSpPr>
        <p:spPr>
          <a:xfrm rot="10800000" flipH="1">
            <a:off x="6019282" y="4023956"/>
            <a:ext cx="1434549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" name="Line 16 1 3 1 4"/>
          <p:cNvSpPr/>
          <p:nvPr/>
        </p:nvSpPr>
        <p:spPr>
          <a:xfrm rot="10800000" flipH="1">
            <a:off x="7453832" y="3836251"/>
            <a:ext cx="0" cy="336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" name="TextBox 41"/>
          <p:cNvSpPr txBox="1"/>
          <p:nvPr/>
        </p:nvSpPr>
        <p:spPr>
          <a:xfrm>
            <a:off x="4699474" y="3900131"/>
            <a:ext cx="41069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6m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6237" y="3900131"/>
            <a:ext cx="41069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4m</a:t>
            </a:r>
          </a:p>
        </p:txBody>
      </p:sp>
    </p:spTree>
    <p:extLst>
      <p:ext uri="{BB962C8B-B14F-4D97-AF65-F5344CB8AC3E}">
        <p14:creationId xmlns:p14="http://schemas.microsoft.com/office/powerpoint/2010/main" val="10179115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16 1 3 1 4"/>
          <p:cNvSpPr/>
          <p:nvPr/>
        </p:nvSpPr>
        <p:spPr>
          <a:xfrm rot="10800000" flipH="1">
            <a:off x="3859284" y="1612693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타원 11"/>
          <p:cNvSpPr/>
          <p:nvPr/>
        </p:nvSpPr>
        <p:spPr>
          <a:xfrm>
            <a:off x="3792236" y="3373310"/>
            <a:ext cx="134096" cy="13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grpSp>
        <p:nvGrpSpPr>
          <p:cNvPr id="13" name="그룹 12"/>
          <p:cNvGrpSpPr/>
          <p:nvPr/>
        </p:nvGrpSpPr>
        <p:grpSpPr>
          <a:xfrm rot="5400000">
            <a:off x="3709484" y="3469334"/>
            <a:ext cx="299598" cy="375743"/>
            <a:chOff x="5794944" y="2079049"/>
            <a:chExt cx="630570" cy="790833"/>
          </a:xfrm>
        </p:grpSpPr>
        <p:sp>
          <p:nvSpPr>
            <p:cNvPr id="14" name="직사각형 13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15" name="직선 연결선 14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Line 16 1 3 1 4"/>
          <p:cNvSpPr/>
          <p:nvPr/>
        </p:nvSpPr>
        <p:spPr>
          <a:xfrm rot="10800000" flipH="1">
            <a:off x="3859283" y="4023956"/>
            <a:ext cx="3594548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Line 16 1 3 1 4"/>
          <p:cNvSpPr/>
          <p:nvPr/>
        </p:nvSpPr>
        <p:spPr>
          <a:xfrm rot="10800000" flipH="1">
            <a:off x="3859284" y="3836252"/>
            <a:ext cx="0" cy="336099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Line 16 1 3 1 4"/>
          <p:cNvSpPr/>
          <p:nvPr/>
        </p:nvSpPr>
        <p:spPr>
          <a:xfrm rot="10800000" flipH="1">
            <a:off x="7453832" y="3836251"/>
            <a:ext cx="0" cy="336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TextBox 6"/>
          <p:cNvSpPr txBox="1"/>
          <p:nvPr/>
        </p:nvSpPr>
        <p:spPr>
          <a:xfrm>
            <a:off x="5465639" y="3900131"/>
            <a:ext cx="498855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10m</a:t>
            </a:r>
          </a:p>
        </p:txBody>
      </p:sp>
      <p:sp>
        <p:nvSpPr>
          <p:cNvPr id="3" name="이등변 삼각형 2"/>
          <p:cNvSpPr/>
          <p:nvPr/>
        </p:nvSpPr>
        <p:spPr>
          <a:xfrm>
            <a:off x="7383140" y="3373310"/>
            <a:ext cx="152287" cy="1340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grpSp>
        <p:nvGrpSpPr>
          <p:cNvPr id="30" name="그룹 29"/>
          <p:cNvGrpSpPr/>
          <p:nvPr/>
        </p:nvGrpSpPr>
        <p:grpSpPr>
          <a:xfrm rot="5400000">
            <a:off x="7304032" y="3469334"/>
            <a:ext cx="299598" cy="375743"/>
            <a:chOff x="5794944" y="2079049"/>
            <a:chExt cx="630570" cy="790833"/>
          </a:xfrm>
        </p:grpSpPr>
        <p:sp>
          <p:nvSpPr>
            <p:cNvPr id="32" name="직사각형 31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33" name="직선 연결선 32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Line 16 1 3 1 4"/>
          <p:cNvSpPr/>
          <p:nvPr/>
        </p:nvSpPr>
        <p:spPr>
          <a:xfrm rot="10800000" flipH="1">
            <a:off x="7455954" y="1574970"/>
            <a:ext cx="0" cy="180000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Line 16 1 3 1 4"/>
          <p:cNvSpPr/>
          <p:nvPr/>
        </p:nvSpPr>
        <p:spPr>
          <a:xfrm rot="10800000" flipH="1">
            <a:off x="3861552" y="1573308"/>
            <a:ext cx="0" cy="1800001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Line 16 1 3 1 4"/>
          <p:cNvSpPr/>
          <p:nvPr/>
        </p:nvSpPr>
        <p:spPr>
          <a:xfrm rot="10800000">
            <a:off x="3242548" y="1612692"/>
            <a:ext cx="576000" cy="0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TextBox 28"/>
          <p:cNvSpPr txBox="1"/>
          <p:nvPr/>
        </p:nvSpPr>
        <p:spPr>
          <a:xfrm>
            <a:off x="3114086" y="1335693"/>
            <a:ext cx="655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100kN</a:t>
            </a:r>
          </a:p>
        </p:txBody>
      </p:sp>
      <p:grpSp>
        <p:nvGrpSpPr>
          <p:cNvPr id="2" name="그룹 1"/>
          <p:cNvGrpSpPr/>
          <p:nvPr/>
        </p:nvGrpSpPr>
        <p:grpSpPr>
          <a:xfrm rot="5400000">
            <a:off x="6910597" y="2354706"/>
            <a:ext cx="1894713" cy="410690"/>
            <a:chOff x="4011684" y="3971259"/>
            <a:chExt cx="1894713" cy="410690"/>
          </a:xfrm>
        </p:grpSpPr>
        <p:sp>
          <p:nvSpPr>
            <p:cNvPr id="35" name="Line 16 1 3 1 4"/>
            <p:cNvSpPr/>
            <p:nvPr/>
          </p:nvSpPr>
          <p:spPr>
            <a:xfrm rot="10800000" flipH="1">
              <a:off x="4011684" y="4176356"/>
              <a:ext cx="1894713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6" name="Line 16 1 3 1 4"/>
            <p:cNvSpPr/>
            <p:nvPr/>
          </p:nvSpPr>
          <p:spPr>
            <a:xfrm rot="10800000" flipH="1">
              <a:off x="4011684" y="3988652"/>
              <a:ext cx="0" cy="336099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7" name="Line 16 1 3 1 4"/>
            <p:cNvSpPr/>
            <p:nvPr/>
          </p:nvSpPr>
          <p:spPr>
            <a:xfrm rot="10800000" flipH="1">
              <a:off x="5906397" y="4023954"/>
              <a:ext cx="0" cy="30079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8" name="TextBox 37"/>
            <p:cNvSpPr txBox="1"/>
            <p:nvPr/>
          </p:nvSpPr>
          <p:spPr>
            <a:xfrm rot="16200000">
              <a:off x="4727209" y="4038104"/>
              <a:ext cx="410690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  <a:cs typeface="KoPubWorld바탕체_Pro Light" panose="00000300000000000000" pitchFamily="50" charset="-127"/>
                </a:rPr>
                <a:t>5m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33754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Line 16 1 3 1 4"/>
          <p:cNvSpPr/>
          <p:nvPr/>
        </p:nvSpPr>
        <p:spPr>
          <a:xfrm rot="10800000">
            <a:off x="4153640" y="2515022"/>
            <a:ext cx="1494900" cy="990976"/>
          </a:xfrm>
          <a:prstGeom prst="line">
            <a:avLst/>
          </a:prstGeom>
          <a:ln w="9525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" name="Line 16 1 3 1 4"/>
          <p:cNvSpPr/>
          <p:nvPr/>
        </p:nvSpPr>
        <p:spPr>
          <a:xfrm rot="10800000" flipH="1">
            <a:off x="5673322" y="2238022"/>
            <a:ext cx="1296778" cy="1267973"/>
          </a:xfrm>
          <a:prstGeom prst="line">
            <a:avLst/>
          </a:prstGeom>
          <a:ln w="9525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타원 11"/>
          <p:cNvSpPr/>
          <p:nvPr/>
        </p:nvSpPr>
        <p:spPr>
          <a:xfrm>
            <a:off x="3792236" y="3373310"/>
            <a:ext cx="134096" cy="13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grpSp>
        <p:nvGrpSpPr>
          <p:cNvPr id="13" name="그룹 12"/>
          <p:cNvGrpSpPr/>
          <p:nvPr/>
        </p:nvGrpSpPr>
        <p:grpSpPr>
          <a:xfrm rot="5400000">
            <a:off x="3781096" y="3397722"/>
            <a:ext cx="156374" cy="375743"/>
            <a:chOff x="5794944" y="2079049"/>
            <a:chExt cx="630570" cy="790833"/>
          </a:xfrm>
        </p:grpSpPr>
        <p:sp>
          <p:nvSpPr>
            <p:cNvPr id="14" name="직사각형 13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</a:endParaRPr>
            </a:p>
          </p:txBody>
        </p:sp>
        <p:cxnSp>
          <p:nvCxnSpPr>
            <p:cNvPr id="15" name="직선 연결선 14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Line 16 1 3 1 4"/>
          <p:cNvSpPr/>
          <p:nvPr/>
        </p:nvSpPr>
        <p:spPr>
          <a:xfrm rot="10800000" flipH="1">
            <a:off x="3860932" y="3782998"/>
            <a:ext cx="18000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Line 16 1 3 1 4"/>
          <p:cNvSpPr/>
          <p:nvPr/>
        </p:nvSpPr>
        <p:spPr>
          <a:xfrm rot="10800000" flipH="1">
            <a:off x="3859284" y="3694148"/>
            <a:ext cx="0" cy="216607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Line 16 1 3 1 4"/>
          <p:cNvSpPr/>
          <p:nvPr/>
        </p:nvSpPr>
        <p:spPr>
          <a:xfrm rot="10800000" flipH="1">
            <a:off x="5660932" y="3782998"/>
            <a:ext cx="17929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Line 16 1 3 1 4"/>
          <p:cNvSpPr/>
          <p:nvPr/>
        </p:nvSpPr>
        <p:spPr>
          <a:xfrm rot="10800000" flipH="1">
            <a:off x="7448574" y="3684093"/>
            <a:ext cx="0" cy="216610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TextBox 6"/>
          <p:cNvSpPr txBox="1"/>
          <p:nvPr/>
        </p:nvSpPr>
        <p:spPr>
          <a:xfrm>
            <a:off x="4573564" y="3659173"/>
            <a:ext cx="41069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5m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9454" y="3659173"/>
            <a:ext cx="41069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5m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54736" y="1117099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20kN</a:t>
            </a:r>
          </a:p>
        </p:txBody>
      </p:sp>
      <p:sp>
        <p:nvSpPr>
          <p:cNvPr id="3" name="이등변 삼각형 2"/>
          <p:cNvSpPr/>
          <p:nvPr/>
        </p:nvSpPr>
        <p:spPr>
          <a:xfrm>
            <a:off x="7383140" y="3373310"/>
            <a:ext cx="152287" cy="1340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28" name="Line 16 1 3 1 4"/>
          <p:cNvSpPr/>
          <p:nvPr/>
        </p:nvSpPr>
        <p:spPr>
          <a:xfrm rot="10800000" flipH="1">
            <a:off x="5654736" y="1117099"/>
            <a:ext cx="0" cy="414090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30" name="그룹 29"/>
          <p:cNvGrpSpPr/>
          <p:nvPr/>
        </p:nvGrpSpPr>
        <p:grpSpPr>
          <a:xfrm rot="5400000">
            <a:off x="7375643" y="3397723"/>
            <a:ext cx="156376" cy="375743"/>
            <a:chOff x="5794944" y="2079049"/>
            <a:chExt cx="630570" cy="790833"/>
          </a:xfrm>
        </p:grpSpPr>
        <p:sp>
          <p:nvSpPr>
            <p:cNvPr id="32" name="직사각형 31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</a:endParaRPr>
            </a:p>
          </p:txBody>
        </p:sp>
        <p:cxnSp>
          <p:nvCxnSpPr>
            <p:cNvPr id="33" name="직선 연결선 32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/>
          <p:cNvSpPr txBox="1"/>
          <p:nvPr/>
        </p:nvSpPr>
        <p:spPr>
          <a:xfrm>
            <a:off x="5012229" y="1247824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10kN</a:t>
            </a:r>
          </a:p>
        </p:txBody>
      </p:sp>
      <p:sp>
        <p:nvSpPr>
          <p:cNvPr id="34" name="Line 16 1 3 1 4"/>
          <p:cNvSpPr/>
          <p:nvPr/>
        </p:nvSpPr>
        <p:spPr>
          <a:xfrm rot="10800000" flipH="1">
            <a:off x="5660932" y="1651444"/>
            <a:ext cx="0" cy="2284728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원호 3"/>
          <p:cNvSpPr/>
          <p:nvPr/>
        </p:nvSpPr>
        <p:spPr>
          <a:xfrm>
            <a:off x="3854736" y="1561814"/>
            <a:ext cx="3600000" cy="3600000"/>
          </a:xfrm>
          <a:prstGeom prst="arc">
            <a:avLst>
              <a:gd name="adj1" fmla="val 10800445"/>
              <a:gd name="adj2" fmla="val 0"/>
            </a:avLst>
          </a:prstGeom>
          <a:noFill/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27" name="Line 16 1 3 1 4"/>
          <p:cNvSpPr/>
          <p:nvPr/>
        </p:nvSpPr>
        <p:spPr>
          <a:xfrm rot="10800000">
            <a:off x="5308818" y="1531189"/>
            <a:ext cx="345917" cy="0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cxnSp>
        <p:nvCxnSpPr>
          <p:cNvPr id="39" name="직선 연결선 38"/>
          <p:cNvCxnSpPr/>
          <p:nvPr/>
        </p:nvCxnSpPr>
        <p:spPr>
          <a:xfrm flipH="1">
            <a:off x="5308819" y="3507408"/>
            <a:ext cx="67448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Line 16 1 3 1 4"/>
          <p:cNvSpPr/>
          <p:nvPr/>
        </p:nvSpPr>
        <p:spPr>
          <a:xfrm rot="10800000" flipH="1">
            <a:off x="5654736" y="1726065"/>
            <a:ext cx="661356" cy="1781339"/>
          </a:xfrm>
          <a:prstGeom prst="line">
            <a:avLst/>
          </a:prstGeom>
          <a:ln w="9525">
            <a:solidFill>
              <a:schemeClr val="tx1"/>
            </a:solidFill>
            <a:miter/>
            <a:headEnd type="non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" name="TextBox 40"/>
          <p:cNvSpPr txBox="1"/>
          <p:nvPr/>
        </p:nvSpPr>
        <p:spPr>
          <a:xfrm>
            <a:off x="5748802" y="2378313"/>
            <a:ext cx="65594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r 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= 5m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68316" y="2219527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13311" y="1913564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D</a:t>
            </a:r>
          </a:p>
        </p:txBody>
      </p:sp>
      <p:sp>
        <p:nvSpPr>
          <p:cNvPr id="45" name="원호 44"/>
          <p:cNvSpPr/>
          <p:nvPr/>
        </p:nvSpPr>
        <p:spPr>
          <a:xfrm>
            <a:off x="5479898" y="3345716"/>
            <a:ext cx="356347" cy="342579"/>
          </a:xfrm>
          <a:prstGeom prst="arc">
            <a:avLst>
              <a:gd name="adj1" fmla="val 11076722"/>
              <a:gd name="adj2" fmla="val 12925462"/>
            </a:avLst>
          </a:prstGeom>
          <a:noFill/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090864" y="3292877"/>
            <a:ext cx="4443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π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/6</a:t>
            </a:r>
          </a:p>
        </p:txBody>
      </p:sp>
      <p:sp>
        <p:nvSpPr>
          <p:cNvPr id="50" name="원호 49"/>
          <p:cNvSpPr/>
          <p:nvPr/>
        </p:nvSpPr>
        <p:spPr>
          <a:xfrm>
            <a:off x="5478027" y="3352329"/>
            <a:ext cx="356347" cy="342579"/>
          </a:xfrm>
          <a:prstGeom prst="arc">
            <a:avLst>
              <a:gd name="adj1" fmla="val 18820411"/>
              <a:gd name="adj2" fmla="val 21223374"/>
            </a:avLst>
          </a:prstGeom>
          <a:noFill/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748802" y="3277196"/>
            <a:ext cx="4443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π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/4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67878" y="3263763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74920" y="3263762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8768925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/>
        </p:nvGrpSpPr>
        <p:grpSpPr>
          <a:xfrm rot="6882559">
            <a:off x="3719272" y="3397723"/>
            <a:ext cx="156374" cy="375743"/>
            <a:chOff x="5794944" y="2079049"/>
            <a:chExt cx="630570" cy="790833"/>
          </a:xfrm>
        </p:grpSpPr>
        <p:sp>
          <p:nvSpPr>
            <p:cNvPr id="14" name="직사각형 13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</a:endParaRPr>
            </a:p>
          </p:txBody>
        </p:sp>
        <p:cxnSp>
          <p:nvCxnSpPr>
            <p:cNvPr id="15" name="직선 연결선 14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Line 16 1 3 1 4"/>
          <p:cNvSpPr/>
          <p:nvPr/>
        </p:nvSpPr>
        <p:spPr>
          <a:xfrm rot="10800000" flipH="1">
            <a:off x="3825279" y="3782998"/>
            <a:ext cx="1835653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Line 16 1 3 1 4"/>
          <p:cNvSpPr/>
          <p:nvPr/>
        </p:nvSpPr>
        <p:spPr>
          <a:xfrm rot="10800000" flipH="1">
            <a:off x="5660932" y="3782998"/>
            <a:ext cx="17929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Line 16 1 3 1 4"/>
          <p:cNvSpPr/>
          <p:nvPr/>
        </p:nvSpPr>
        <p:spPr>
          <a:xfrm rot="10800000" flipH="1">
            <a:off x="7448574" y="3684093"/>
            <a:ext cx="0" cy="216610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TextBox 6"/>
          <p:cNvSpPr txBox="1"/>
          <p:nvPr/>
        </p:nvSpPr>
        <p:spPr>
          <a:xfrm>
            <a:off x="4570642" y="3659173"/>
            <a:ext cx="42992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L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/2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18" y="3659173"/>
            <a:ext cx="42992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L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/2</a:t>
            </a:r>
          </a:p>
        </p:txBody>
      </p:sp>
      <p:sp>
        <p:nvSpPr>
          <p:cNvPr id="3" name="이등변 삼각형 2"/>
          <p:cNvSpPr/>
          <p:nvPr/>
        </p:nvSpPr>
        <p:spPr>
          <a:xfrm>
            <a:off x="7383140" y="3373310"/>
            <a:ext cx="152287" cy="1340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grpSp>
        <p:nvGrpSpPr>
          <p:cNvPr id="30" name="그룹 29"/>
          <p:cNvGrpSpPr/>
          <p:nvPr/>
        </p:nvGrpSpPr>
        <p:grpSpPr>
          <a:xfrm rot="5400000">
            <a:off x="7375643" y="3397723"/>
            <a:ext cx="156376" cy="375743"/>
            <a:chOff x="5794944" y="2079049"/>
            <a:chExt cx="630570" cy="790833"/>
          </a:xfrm>
        </p:grpSpPr>
        <p:sp>
          <p:nvSpPr>
            <p:cNvPr id="32" name="직사각형 31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</a:endParaRPr>
            </a:p>
          </p:txBody>
        </p:sp>
        <p:cxnSp>
          <p:nvCxnSpPr>
            <p:cNvPr id="33" name="직선 연결선 32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Line 16 1 3 1 4"/>
          <p:cNvSpPr/>
          <p:nvPr/>
        </p:nvSpPr>
        <p:spPr>
          <a:xfrm rot="10800000" flipH="1">
            <a:off x="5660932" y="3659172"/>
            <a:ext cx="0" cy="276999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원호 3"/>
          <p:cNvSpPr/>
          <p:nvPr/>
        </p:nvSpPr>
        <p:spPr>
          <a:xfrm>
            <a:off x="3729963" y="2586364"/>
            <a:ext cx="3893206" cy="2628678"/>
          </a:xfrm>
          <a:prstGeom prst="arc">
            <a:avLst>
              <a:gd name="adj1" fmla="val 11761020"/>
              <a:gd name="adj2" fmla="val 20601938"/>
            </a:avLst>
          </a:prstGeom>
          <a:noFill/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584929" y="3196485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74920" y="3263762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B</a:t>
            </a:r>
          </a:p>
        </p:txBody>
      </p:sp>
      <p:sp>
        <p:nvSpPr>
          <p:cNvPr id="12" name="타원 11"/>
          <p:cNvSpPr/>
          <p:nvPr/>
        </p:nvSpPr>
        <p:spPr>
          <a:xfrm>
            <a:off x="3792236" y="3373310"/>
            <a:ext cx="134096" cy="13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grpSp>
        <p:nvGrpSpPr>
          <p:cNvPr id="42" name="그룹 41"/>
          <p:cNvGrpSpPr/>
          <p:nvPr/>
        </p:nvGrpSpPr>
        <p:grpSpPr>
          <a:xfrm rot="5400000">
            <a:off x="7517075" y="2900010"/>
            <a:ext cx="914004" cy="300801"/>
            <a:chOff x="4011685" y="4023949"/>
            <a:chExt cx="914004" cy="300801"/>
          </a:xfrm>
        </p:grpSpPr>
        <p:sp>
          <p:nvSpPr>
            <p:cNvPr id="43" name="Line 16 1 3 1 4"/>
            <p:cNvSpPr/>
            <p:nvPr/>
          </p:nvSpPr>
          <p:spPr>
            <a:xfrm rot="10800000" flipH="1">
              <a:off x="4011686" y="4176356"/>
              <a:ext cx="914003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7" name="Line 16 1 3 1 4"/>
            <p:cNvSpPr/>
            <p:nvPr/>
          </p:nvSpPr>
          <p:spPr>
            <a:xfrm rot="10800000" flipH="1">
              <a:off x="4011685" y="4023949"/>
              <a:ext cx="0" cy="300801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8" name="Line 16 1 3 1 4"/>
            <p:cNvSpPr/>
            <p:nvPr/>
          </p:nvSpPr>
          <p:spPr>
            <a:xfrm rot="10800000" flipH="1">
              <a:off x="4925685" y="4023952"/>
              <a:ext cx="0" cy="30079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3" name="TextBox 52"/>
            <p:cNvSpPr txBox="1"/>
            <p:nvPr/>
          </p:nvSpPr>
          <p:spPr>
            <a:xfrm rot="16200000">
              <a:off x="4328268" y="4026094"/>
              <a:ext cx="280846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</a:rPr>
                <a:t>h</a:t>
              </a:r>
            </a:p>
          </p:txBody>
        </p:sp>
      </p:grpSp>
      <p:sp>
        <p:nvSpPr>
          <p:cNvPr id="54" name="Line 16 1 3 1 4"/>
          <p:cNvSpPr/>
          <p:nvPr/>
        </p:nvSpPr>
        <p:spPr>
          <a:xfrm rot="10800000" flipH="1">
            <a:off x="5660932" y="2586364"/>
            <a:ext cx="0" cy="42923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cxnSp>
        <p:nvCxnSpPr>
          <p:cNvPr id="55" name="직선 연결선 54"/>
          <p:cNvCxnSpPr/>
          <p:nvPr/>
        </p:nvCxnSpPr>
        <p:spPr>
          <a:xfrm flipH="1">
            <a:off x="5661331" y="2586830"/>
            <a:ext cx="832546" cy="0"/>
          </a:xfrm>
          <a:prstGeom prst="line">
            <a:avLst/>
          </a:prstGeom>
          <a:ln w="9525">
            <a:solidFill>
              <a:schemeClr val="tx1"/>
            </a:solidFill>
            <a:headEnd type="triangle" w="sm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377171" y="2380303"/>
            <a:ext cx="2808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02014" y="2877095"/>
            <a:ext cx="264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y</a:t>
            </a:r>
          </a:p>
        </p:txBody>
      </p:sp>
      <p:sp>
        <p:nvSpPr>
          <p:cNvPr id="58" name="직사각형 57"/>
          <p:cNvSpPr/>
          <p:nvPr/>
        </p:nvSpPr>
        <p:spPr>
          <a:xfrm rot="5400000">
            <a:off x="5507417" y="439148"/>
            <a:ext cx="299598" cy="3582712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309947" y="1839175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20kN/m</a:t>
            </a:r>
          </a:p>
        </p:txBody>
      </p:sp>
      <p:sp>
        <p:nvSpPr>
          <p:cNvPr id="60" name="Line 16 1 3 1 4"/>
          <p:cNvSpPr/>
          <p:nvPr/>
        </p:nvSpPr>
        <p:spPr>
          <a:xfrm rot="10800000" flipH="1">
            <a:off x="3441698" y="3505240"/>
            <a:ext cx="373063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none" w="sm" len="lg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cxnSp>
        <p:nvCxnSpPr>
          <p:cNvPr id="61" name="직선 연결선 60"/>
          <p:cNvCxnSpPr/>
          <p:nvPr/>
        </p:nvCxnSpPr>
        <p:spPr>
          <a:xfrm flipV="1">
            <a:off x="3820020" y="3507407"/>
            <a:ext cx="0" cy="658363"/>
          </a:xfrm>
          <a:prstGeom prst="line">
            <a:avLst/>
          </a:prstGeom>
          <a:ln w="9525">
            <a:solidFill>
              <a:schemeClr val="tx1"/>
            </a:solidFill>
            <a:headEnd type="none" w="sm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 flipV="1">
            <a:off x="3458964" y="3515543"/>
            <a:ext cx="366315" cy="659901"/>
          </a:xfrm>
          <a:prstGeom prst="line">
            <a:avLst/>
          </a:prstGeom>
          <a:ln w="9525">
            <a:solidFill>
              <a:schemeClr val="tx1"/>
            </a:solidFill>
            <a:headEnd type="none" w="sm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원호 62"/>
          <p:cNvSpPr/>
          <p:nvPr/>
        </p:nvSpPr>
        <p:spPr>
          <a:xfrm>
            <a:off x="3530860" y="3297811"/>
            <a:ext cx="356347" cy="432961"/>
          </a:xfrm>
          <a:prstGeom prst="arc">
            <a:avLst>
              <a:gd name="adj1" fmla="val 5325407"/>
              <a:gd name="adj2" fmla="val 10884149"/>
            </a:avLst>
          </a:prstGeom>
          <a:noFill/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356265" y="3600408"/>
            <a:ext cx="2840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θ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36330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/>
        </p:nvGrpSpPr>
        <p:grpSpPr>
          <a:xfrm rot="6882559">
            <a:off x="3719272" y="3397723"/>
            <a:ext cx="156374" cy="375743"/>
            <a:chOff x="5794944" y="2079049"/>
            <a:chExt cx="630570" cy="790833"/>
          </a:xfrm>
        </p:grpSpPr>
        <p:sp>
          <p:nvSpPr>
            <p:cNvPr id="14" name="직사각형 13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</a:endParaRPr>
            </a:p>
          </p:txBody>
        </p:sp>
        <p:cxnSp>
          <p:nvCxnSpPr>
            <p:cNvPr id="15" name="직선 연결선 14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Line 16 1 3 1 4"/>
          <p:cNvSpPr/>
          <p:nvPr/>
        </p:nvSpPr>
        <p:spPr>
          <a:xfrm rot="10800000" flipH="1">
            <a:off x="3825279" y="3782998"/>
            <a:ext cx="1835653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Line 16 1 3 1 4"/>
          <p:cNvSpPr/>
          <p:nvPr/>
        </p:nvSpPr>
        <p:spPr>
          <a:xfrm rot="10800000" flipH="1">
            <a:off x="5660932" y="3782998"/>
            <a:ext cx="17929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Line 16 1 3 1 4"/>
          <p:cNvSpPr/>
          <p:nvPr/>
        </p:nvSpPr>
        <p:spPr>
          <a:xfrm rot="10800000" flipH="1">
            <a:off x="7448574" y="3684093"/>
            <a:ext cx="0" cy="216610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TextBox 6"/>
          <p:cNvSpPr txBox="1"/>
          <p:nvPr/>
        </p:nvSpPr>
        <p:spPr>
          <a:xfrm>
            <a:off x="4570642" y="3659173"/>
            <a:ext cx="42992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L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/2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18" y="3659173"/>
            <a:ext cx="42992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L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/2</a:t>
            </a:r>
          </a:p>
        </p:txBody>
      </p:sp>
      <p:sp>
        <p:nvSpPr>
          <p:cNvPr id="3" name="이등변 삼각형 2"/>
          <p:cNvSpPr/>
          <p:nvPr/>
        </p:nvSpPr>
        <p:spPr>
          <a:xfrm>
            <a:off x="7383140" y="3373310"/>
            <a:ext cx="152287" cy="1340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grpSp>
        <p:nvGrpSpPr>
          <p:cNvPr id="30" name="그룹 29"/>
          <p:cNvGrpSpPr/>
          <p:nvPr/>
        </p:nvGrpSpPr>
        <p:grpSpPr>
          <a:xfrm rot="5400000">
            <a:off x="7375643" y="3397723"/>
            <a:ext cx="156376" cy="375743"/>
            <a:chOff x="5794944" y="2079049"/>
            <a:chExt cx="630570" cy="790833"/>
          </a:xfrm>
        </p:grpSpPr>
        <p:sp>
          <p:nvSpPr>
            <p:cNvPr id="32" name="직사각형 31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</a:endParaRPr>
            </a:p>
          </p:txBody>
        </p:sp>
        <p:cxnSp>
          <p:nvCxnSpPr>
            <p:cNvPr id="33" name="직선 연결선 32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Line 16 1 3 1 4"/>
          <p:cNvSpPr/>
          <p:nvPr/>
        </p:nvSpPr>
        <p:spPr>
          <a:xfrm rot="10800000" flipH="1">
            <a:off x="5660932" y="3659172"/>
            <a:ext cx="0" cy="276999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원호 3"/>
          <p:cNvSpPr/>
          <p:nvPr/>
        </p:nvSpPr>
        <p:spPr>
          <a:xfrm>
            <a:off x="3729963" y="2586364"/>
            <a:ext cx="3893206" cy="2628678"/>
          </a:xfrm>
          <a:prstGeom prst="arc">
            <a:avLst>
              <a:gd name="adj1" fmla="val 11761020"/>
              <a:gd name="adj2" fmla="val 20601938"/>
            </a:avLst>
          </a:prstGeom>
          <a:noFill/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584929" y="3196485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74920" y="3263762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B</a:t>
            </a:r>
          </a:p>
        </p:txBody>
      </p:sp>
      <p:sp>
        <p:nvSpPr>
          <p:cNvPr id="12" name="타원 11"/>
          <p:cNvSpPr/>
          <p:nvPr/>
        </p:nvSpPr>
        <p:spPr>
          <a:xfrm>
            <a:off x="3792236" y="3373310"/>
            <a:ext cx="134096" cy="13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grpSp>
        <p:nvGrpSpPr>
          <p:cNvPr id="42" name="그룹 41"/>
          <p:cNvGrpSpPr/>
          <p:nvPr/>
        </p:nvGrpSpPr>
        <p:grpSpPr>
          <a:xfrm rot="5400000">
            <a:off x="7517075" y="2900010"/>
            <a:ext cx="914004" cy="300801"/>
            <a:chOff x="4011685" y="4023949"/>
            <a:chExt cx="914004" cy="300801"/>
          </a:xfrm>
        </p:grpSpPr>
        <p:sp>
          <p:nvSpPr>
            <p:cNvPr id="43" name="Line 16 1 3 1 4"/>
            <p:cNvSpPr/>
            <p:nvPr/>
          </p:nvSpPr>
          <p:spPr>
            <a:xfrm rot="10800000" flipH="1">
              <a:off x="4011686" y="4176356"/>
              <a:ext cx="914003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7" name="Line 16 1 3 1 4"/>
            <p:cNvSpPr/>
            <p:nvPr/>
          </p:nvSpPr>
          <p:spPr>
            <a:xfrm rot="10800000" flipH="1">
              <a:off x="4011685" y="4023949"/>
              <a:ext cx="0" cy="300801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8" name="Line 16 1 3 1 4"/>
            <p:cNvSpPr/>
            <p:nvPr/>
          </p:nvSpPr>
          <p:spPr>
            <a:xfrm rot="10800000" flipH="1">
              <a:off x="4925685" y="4023952"/>
              <a:ext cx="0" cy="30079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3" name="TextBox 52"/>
            <p:cNvSpPr txBox="1"/>
            <p:nvPr/>
          </p:nvSpPr>
          <p:spPr>
            <a:xfrm rot="16200000">
              <a:off x="4328268" y="4026094"/>
              <a:ext cx="280846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</a:rPr>
                <a:t>h</a:t>
              </a:r>
            </a:p>
          </p:txBody>
        </p:sp>
      </p:grpSp>
      <p:sp>
        <p:nvSpPr>
          <p:cNvPr id="54" name="Line 16 1 3 1 4"/>
          <p:cNvSpPr/>
          <p:nvPr/>
        </p:nvSpPr>
        <p:spPr>
          <a:xfrm rot="10800000" flipH="1">
            <a:off x="5660932" y="2586364"/>
            <a:ext cx="0" cy="42923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cxnSp>
        <p:nvCxnSpPr>
          <p:cNvPr id="55" name="직선 연결선 54"/>
          <p:cNvCxnSpPr/>
          <p:nvPr/>
        </p:nvCxnSpPr>
        <p:spPr>
          <a:xfrm flipH="1">
            <a:off x="5661331" y="2586830"/>
            <a:ext cx="832546" cy="0"/>
          </a:xfrm>
          <a:prstGeom prst="line">
            <a:avLst/>
          </a:prstGeom>
          <a:ln w="9525">
            <a:solidFill>
              <a:schemeClr val="tx1"/>
            </a:solidFill>
            <a:headEnd type="triangle" w="sm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377171" y="2380303"/>
            <a:ext cx="2808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02014" y="2877095"/>
            <a:ext cx="264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y</a:t>
            </a:r>
          </a:p>
        </p:txBody>
      </p:sp>
      <p:sp>
        <p:nvSpPr>
          <p:cNvPr id="58" name="직사각형 57"/>
          <p:cNvSpPr/>
          <p:nvPr/>
        </p:nvSpPr>
        <p:spPr>
          <a:xfrm rot="5400000">
            <a:off x="5507417" y="439148"/>
            <a:ext cx="299598" cy="3582712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312410" y="1839175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20kN/m</a:t>
            </a:r>
          </a:p>
        </p:txBody>
      </p:sp>
      <p:sp>
        <p:nvSpPr>
          <p:cNvPr id="60" name="Line 16 1 3 1 4"/>
          <p:cNvSpPr/>
          <p:nvPr/>
        </p:nvSpPr>
        <p:spPr>
          <a:xfrm rot="10800000" flipH="1">
            <a:off x="3441698" y="3505240"/>
            <a:ext cx="373063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none" w="sm" len="lg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cxnSp>
        <p:nvCxnSpPr>
          <p:cNvPr id="61" name="직선 연결선 60"/>
          <p:cNvCxnSpPr/>
          <p:nvPr/>
        </p:nvCxnSpPr>
        <p:spPr>
          <a:xfrm flipV="1">
            <a:off x="3820020" y="3507407"/>
            <a:ext cx="0" cy="658363"/>
          </a:xfrm>
          <a:prstGeom prst="line">
            <a:avLst/>
          </a:prstGeom>
          <a:ln w="9525">
            <a:solidFill>
              <a:schemeClr val="tx1"/>
            </a:solidFill>
            <a:headEnd type="none" w="sm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 flipV="1">
            <a:off x="3458964" y="3515543"/>
            <a:ext cx="366315" cy="659901"/>
          </a:xfrm>
          <a:prstGeom prst="line">
            <a:avLst/>
          </a:prstGeom>
          <a:ln w="9525">
            <a:solidFill>
              <a:schemeClr val="tx1"/>
            </a:solidFill>
            <a:headEnd type="none" w="sm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원호 62"/>
          <p:cNvSpPr/>
          <p:nvPr/>
        </p:nvSpPr>
        <p:spPr>
          <a:xfrm>
            <a:off x="3530860" y="3297811"/>
            <a:ext cx="356347" cy="432961"/>
          </a:xfrm>
          <a:prstGeom prst="arc">
            <a:avLst>
              <a:gd name="adj1" fmla="val 5325407"/>
              <a:gd name="adj2" fmla="val 10884149"/>
            </a:avLst>
          </a:prstGeom>
          <a:noFill/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356265" y="3600408"/>
            <a:ext cx="2840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θ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532214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Line 16 1 3 1 4"/>
          <p:cNvSpPr/>
          <p:nvPr/>
        </p:nvSpPr>
        <p:spPr>
          <a:xfrm rot="10800000" flipH="1">
            <a:off x="3864173" y="3782998"/>
            <a:ext cx="1796759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Line 16 1 3 1 4"/>
          <p:cNvSpPr/>
          <p:nvPr/>
        </p:nvSpPr>
        <p:spPr>
          <a:xfrm rot="10800000" flipH="1">
            <a:off x="5660932" y="3782998"/>
            <a:ext cx="17929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Line 16 1 3 1 4"/>
          <p:cNvSpPr/>
          <p:nvPr/>
        </p:nvSpPr>
        <p:spPr>
          <a:xfrm rot="10800000" flipH="1">
            <a:off x="7448574" y="3684093"/>
            <a:ext cx="0" cy="216610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TextBox 6"/>
          <p:cNvSpPr txBox="1"/>
          <p:nvPr/>
        </p:nvSpPr>
        <p:spPr>
          <a:xfrm>
            <a:off x="4570642" y="3659173"/>
            <a:ext cx="42992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L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/2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18" y="3659173"/>
            <a:ext cx="42992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L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/2</a:t>
            </a:r>
          </a:p>
        </p:txBody>
      </p:sp>
      <p:sp>
        <p:nvSpPr>
          <p:cNvPr id="34" name="Line 16 1 3 1 4"/>
          <p:cNvSpPr/>
          <p:nvPr/>
        </p:nvSpPr>
        <p:spPr>
          <a:xfrm rot="10800000" flipH="1">
            <a:off x="5660932" y="3659172"/>
            <a:ext cx="0" cy="276999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원호 3"/>
          <p:cNvSpPr/>
          <p:nvPr/>
        </p:nvSpPr>
        <p:spPr>
          <a:xfrm>
            <a:off x="3729963" y="2586364"/>
            <a:ext cx="3893206" cy="2628678"/>
          </a:xfrm>
          <a:prstGeom prst="arc">
            <a:avLst>
              <a:gd name="adj1" fmla="val 11761020"/>
              <a:gd name="adj2" fmla="val 20601938"/>
            </a:avLst>
          </a:prstGeom>
          <a:noFill/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657588" y="3166964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A</a:t>
            </a:r>
          </a:p>
        </p:txBody>
      </p:sp>
      <p:grpSp>
        <p:nvGrpSpPr>
          <p:cNvPr id="42" name="그룹 41"/>
          <p:cNvGrpSpPr/>
          <p:nvPr/>
        </p:nvGrpSpPr>
        <p:grpSpPr>
          <a:xfrm rot="5400000">
            <a:off x="7573688" y="2843398"/>
            <a:ext cx="800779" cy="300801"/>
            <a:chOff x="4011685" y="4023949"/>
            <a:chExt cx="800779" cy="300801"/>
          </a:xfrm>
        </p:grpSpPr>
        <p:sp>
          <p:nvSpPr>
            <p:cNvPr id="43" name="Line 16 1 3 1 4"/>
            <p:cNvSpPr/>
            <p:nvPr/>
          </p:nvSpPr>
          <p:spPr>
            <a:xfrm rot="10800000" flipH="1">
              <a:off x="4011688" y="4176356"/>
              <a:ext cx="800776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7" name="Line 16 1 3 1 4"/>
            <p:cNvSpPr/>
            <p:nvPr/>
          </p:nvSpPr>
          <p:spPr>
            <a:xfrm rot="10800000" flipH="1">
              <a:off x="4011685" y="4023949"/>
              <a:ext cx="0" cy="300801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8" name="Line 16 1 3 1 4"/>
            <p:cNvSpPr/>
            <p:nvPr/>
          </p:nvSpPr>
          <p:spPr>
            <a:xfrm rot="10800000" flipH="1">
              <a:off x="4796530" y="4023951"/>
              <a:ext cx="0" cy="30079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3" name="TextBox 52"/>
            <p:cNvSpPr txBox="1"/>
            <p:nvPr/>
          </p:nvSpPr>
          <p:spPr>
            <a:xfrm rot="16200000">
              <a:off x="4249346" y="4026094"/>
              <a:ext cx="280846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</a:rPr>
                <a:t>h</a:t>
              </a:r>
            </a:p>
          </p:txBody>
        </p:sp>
      </p:grpSp>
      <p:sp>
        <p:nvSpPr>
          <p:cNvPr id="54" name="Line 16 1 3 1 4"/>
          <p:cNvSpPr/>
          <p:nvPr/>
        </p:nvSpPr>
        <p:spPr>
          <a:xfrm rot="10800000" flipH="1">
            <a:off x="5660932" y="2586364"/>
            <a:ext cx="0" cy="42923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cxnSp>
        <p:nvCxnSpPr>
          <p:cNvPr id="55" name="직선 연결선 54"/>
          <p:cNvCxnSpPr/>
          <p:nvPr/>
        </p:nvCxnSpPr>
        <p:spPr>
          <a:xfrm flipH="1">
            <a:off x="5661331" y="2586830"/>
            <a:ext cx="832546" cy="0"/>
          </a:xfrm>
          <a:prstGeom prst="line">
            <a:avLst/>
          </a:prstGeom>
          <a:ln w="9525">
            <a:solidFill>
              <a:schemeClr val="tx1"/>
            </a:solidFill>
            <a:headEnd type="triangle" w="sm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377171" y="2380303"/>
            <a:ext cx="2808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02014" y="2877095"/>
            <a:ext cx="264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y</a:t>
            </a:r>
          </a:p>
        </p:txBody>
      </p:sp>
      <p:sp>
        <p:nvSpPr>
          <p:cNvPr id="58" name="직사각형 57"/>
          <p:cNvSpPr/>
          <p:nvPr/>
        </p:nvSpPr>
        <p:spPr>
          <a:xfrm rot="5400000">
            <a:off x="5507417" y="439148"/>
            <a:ext cx="299598" cy="3582712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331760" y="1842219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20kN/m</a:t>
            </a:r>
          </a:p>
        </p:txBody>
      </p:sp>
      <p:sp>
        <p:nvSpPr>
          <p:cNvPr id="60" name="Line 16 1 3 1 4"/>
          <p:cNvSpPr/>
          <p:nvPr/>
        </p:nvSpPr>
        <p:spPr>
          <a:xfrm rot="10800000" flipH="1">
            <a:off x="3499932" y="3390459"/>
            <a:ext cx="373063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none" w="sm" len="lg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cxnSp>
        <p:nvCxnSpPr>
          <p:cNvPr id="61" name="직선 연결선 60"/>
          <p:cNvCxnSpPr/>
          <p:nvPr/>
        </p:nvCxnSpPr>
        <p:spPr>
          <a:xfrm flipV="1">
            <a:off x="3871676" y="3386048"/>
            <a:ext cx="0" cy="658363"/>
          </a:xfrm>
          <a:prstGeom prst="line">
            <a:avLst/>
          </a:prstGeom>
          <a:ln w="9525">
            <a:solidFill>
              <a:schemeClr val="tx1"/>
            </a:solidFill>
            <a:headEnd type="none" w="sm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 flipV="1">
            <a:off x="3504042" y="3394184"/>
            <a:ext cx="366315" cy="659901"/>
          </a:xfrm>
          <a:prstGeom prst="line">
            <a:avLst/>
          </a:prstGeom>
          <a:ln w="9525">
            <a:solidFill>
              <a:schemeClr val="tx1"/>
            </a:solidFill>
            <a:headEnd type="none" w="sm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원호 62"/>
          <p:cNvSpPr/>
          <p:nvPr/>
        </p:nvSpPr>
        <p:spPr>
          <a:xfrm>
            <a:off x="3575938" y="3176452"/>
            <a:ext cx="356347" cy="432961"/>
          </a:xfrm>
          <a:prstGeom prst="arc">
            <a:avLst>
              <a:gd name="adj1" fmla="val 5325407"/>
              <a:gd name="adj2" fmla="val 10884149"/>
            </a:avLst>
          </a:prstGeom>
          <a:noFill/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401343" y="3479049"/>
            <a:ext cx="2840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θ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</a:endParaRPr>
          </a:p>
        </p:txBody>
      </p:sp>
      <p:sp>
        <p:nvSpPr>
          <p:cNvPr id="35" name="Line 16 1 3 1 4"/>
          <p:cNvSpPr/>
          <p:nvPr/>
        </p:nvSpPr>
        <p:spPr>
          <a:xfrm rot="10800000" flipH="1" flipV="1">
            <a:off x="3871676" y="3385607"/>
            <a:ext cx="0" cy="668478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TextBox 35"/>
          <p:cNvSpPr txBox="1"/>
          <p:nvPr/>
        </p:nvSpPr>
        <p:spPr>
          <a:xfrm>
            <a:off x="3871093" y="3882985"/>
            <a:ext cx="756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R</a:t>
            </a:r>
            <a:r>
              <a:rPr lang="en-US" sz="1200" i="1" baseline="-25000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Ay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=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10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L</a:t>
            </a:r>
          </a:p>
        </p:txBody>
      </p:sp>
      <p:sp>
        <p:nvSpPr>
          <p:cNvPr id="37" name="Line 16 1 3 1 4"/>
          <p:cNvSpPr/>
          <p:nvPr/>
        </p:nvSpPr>
        <p:spPr>
          <a:xfrm rot="10800000" flipV="1">
            <a:off x="3415149" y="3385607"/>
            <a:ext cx="462405" cy="0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" name="TextBox 37"/>
          <p:cNvSpPr txBox="1"/>
          <p:nvPr/>
        </p:nvSpPr>
        <p:spPr>
          <a:xfrm>
            <a:off x="2616877" y="3122834"/>
            <a:ext cx="11885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R</a:t>
            </a:r>
            <a:r>
              <a:rPr lang="en-US" sz="1200" i="1" baseline="-25000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Ax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=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10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L 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cot </a:t>
            </a:r>
            <a:r>
              <a:rPr lang="el-GR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θ</a:t>
            </a:r>
            <a:endParaRPr lang="en-US" sz="1200" i="1" dirty="0">
              <a:latin typeface="KoPubWorld바탕체_Pro Light" panose="00000300000000000000" pitchFamily="50" charset="-127"/>
              <a:ea typeface="KoPubWorld바탕체_Pro Light" panose="00000300000000000000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422349" y="3147705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97504" y="3397713"/>
            <a:ext cx="11853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R</a:t>
            </a:r>
            <a:r>
              <a:rPr lang="en-US" sz="1200" i="1" baseline="-25000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Bx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=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10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L 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cot </a:t>
            </a:r>
            <a:r>
              <a:rPr lang="el-GR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θ</a:t>
            </a:r>
            <a:endParaRPr lang="en-US" sz="1200" i="1" dirty="0">
              <a:latin typeface="KoPubWorld바탕체_Pro Light" panose="00000300000000000000" pitchFamily="50" charset="-127"/>
              <a:ea typeface="KoPubWorld바탕체_Pro Light" panose="00000300000000000000" pitchFamily="50" charset="-127"/>
            </a:endParaRPr>
          </a:p>
        </p:txBody>
      </p:sp>
      <p:sp>
        <p:nvSpPr>
          <p:cNvPr id="41" name="Line 16 1 3 1 4"/>
          <p:cNvSpPr/>
          <p:nvPr/>
        </p:nvSpPr>
        <p:spPr>
          <a:xfrm rot="10800000" flipH="1" flipV="1">
            <a:off x="7453660" y="3375932"/>
            <a:ext cx="462405" cy="0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" name="Line 16 1 3 1 4"/>
          <p:cNvSpPr/>
          <p:nvPr/>
        </p:nvSpPr>
        <p:spPr>
          <a:xfrm rot="10800000" flipH="1" flipV="1">
            <a:off x="7452513" y="3366914"/>
            <a:ext cx="0" cy="668478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" name="TextBox 44"/>
          <p:cNvSpPr txBox="1"/>
          <p:nvPr/>
        </p:nvSpPr>
        <p:spPr>
          <a:xfrm>
            <a:off x="7451930" y="3864292"/>
            <a:ext cx="7537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R</a:t>
            </a:r>
            <a:r>
              <a:rPr lang="en-US" sz="1200" i="1" baseline="-25000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By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=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10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22210252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16 1 3 1 4"/>
          <p:cNvSpPr/>
          <p:nvPr/>
        </p:nvSpPr>
        <p:spPr>
          <a:xfrm rot="10800000">
            <a:off x="5036407" y="1433208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5" name="그룹 4"/>
          <p:cNvGrpSpPr/>
          <p:nvPr/>
        </p:nvGrpSpPr>
        <p:grpSpPr>
          <a:xfrm flipH="1">
            <a:off x="4405837" y="1104235"/>
            <a:ext cx="630570" cy="607175"/>
            <a:chOff x="5794944" y="2079049"/>
            <a:chExt cx="630570" cy="790833"/>
          </a:xfrm>
        </p:grpSpPr>
        <p:sp>
          <p:nvSpPr>
            <p:cNvPr id="2" name="직사각형 1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4" name="직선 연결선 3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Line 16 1 3 1 4"/>
          <p:cNvSpPr/>
          <p:nvPr/>
        </p:nvSpPr>
        <p:spPr>
          <a:xfrm rot="10800000">
            <a:off x="5041859" y="1897526"/>
            <a:ext cx="1794547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Line 16 1 3 1 4"/>
          <p:cNvSpPr/>
          <p:nvPr/>
        </p:nvSpPr>
        <p:spPr>
          <a:xfrm rot="10800000">
            <a:off x="6836407" y="1544816"/>
            <a:ext cx="0" cy="459744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Line 16 1 3 1 4"/>
          <p:cNvSpPr/>
          <p:nvPr/>
        </p:nvSpPr>
        <p:spPr>
          <a:xfrm rot="10800000">
            <a:off x="5041859" y="1798851"/>
            <a:ext cx="0" cy="251849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TextBox 6"/>
          <p:cNvSpPr txBox="1"/>
          <p:nvPr/>
        </p:nvSpPr>
        <p:spPr>
          <a:xfrm>
            <a:off x="5709207" y="1748450"/>
            <a:ext cx="46679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0.5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l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24" name="Line 16 1 3 1 4"/>
          <p:cNvSpPr/>
          <p:nvPr/>
        </p:nvSpPr>
        <p:spPr>
          <a:xfrm rot="10800000">
            <a:off x="6841860" y="1897526"/>
            <a:ext cx="1794547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Line 16 1 3 1 4"/>
          <p:cNvSpPr/>
          <p:nvPr/>
        </p:nvSpPr>
        <p:spPr>
          <a:xfrm rot="10800000">
            <a:off x="8631290" y="1798850"/>
            <a:ext cx="0" cy="185879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TextBox 26"/>
          <p:cNvSpPr txBox="1"/>
          <p:nvPr/>
        </p:nvSpPr>
        <p:spPr>
          <a:xfrm>
            <a:off x="7530449" y="1735829"/>
            <a:ext cx="46679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0.5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l</a:t>
            </a:r>
          </a:p>
        </p:txBody>
      </p:sp>
      <p:sp>
        <p:nvSpPr>
          <p:cNvPr id="28" name="타원 27"/>
          <p:cNvSpPr/>
          <p:nvPr/>
        </p:nvSpPr>
        <p:spPr>
          <a:xfrm>
            <a:off x="8569169" y="1470794"/>
            <a:ext cx="134096" cy="13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grpSp>
        <p:nvGrpSpPr>
          <p:cNvPr id="29" name="그룹 28"/>
          <p:cNvGrpSpPr/>
          <p:nvPr/>
        </p:nvGrpSpPr>
        <p:grpSpPr>
          <a:xfrm rot="5400000">
            <a:off x="8558029" y="1495206"/>
            <a:ext cx="156374" cy="375743"/>
            <a:chOff x="5794944" y="2079049"/>
            <a:chExt cx="630570" cy="790833"/>
          </a:xfrm>
        </p:grpSpPr>
        <p:sp>
          <p:nvSpPr>
            <p:cNvPr id="30" name="직사각형 29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</a:endParaRPr>
            </a:p>
          </p:txBody>
        </p:sp>
        <p:cxnSp>
          <p:nvCxnSpPr>
            <p:cNvPr id="32" name="직선 연결선 31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직사각형 32"/>
          <p:cNvSpPr/>
          <p:nvPr/>
        </p:nvSpPr>
        <p:spPr>
          <a:xfrm rot="5400000">
            <a:off x="5790929" y="359782"/>
            <a:ext cx="299598" cy="1791356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771724" y="864131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w</a:t>
            </a:r>
          </a:p>
        </p:txBody>
      </p:sp>
      <p:sp>
        <p:nvSpPr>
          <p:cNvPr id="20" name="Line 16 1 3 1 4"/>
          <p:cNvSpPr/>
          <p:nvPr/>
        </p:nvSpPr>
        <p:spPr>
          <a:xfrm rot="10800000">
            <a:off x="4511245" y="4175748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" name="TextBox 45"/>
          <p:cNvSpPr txBox="1"/>
          <p:nvPr/>
        </p:nvSpPr>
        <p:spPr>
          <a:xfrm>
            <a:off x="4126593" y="3873242"/>
            <a:ext cx="3000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V</a:t>
            </a:r>
          </a:p>
        </p:txBody>
      </p:sp>
      <p:sp>
        <p:nvSpPr>
          <p:cNvPr id="47" name="Line 16 1 3 1 4"/>
          <p:cNvSpPr/>
          <p:nvPr/>
        </p:nvSpPr>
        <p:spPr>
          <a:xfrm rot="10800000">
            <a:off x="4511245" y="5469030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48" name="그룹 47"/>
          <p:cNvGrpSpPr/>
          <p:nvPr/>
        </p:nvGrpSpPr>
        <p:grpSpPr>
          <a:xfrm flipH="1">
            <a:off x="3880675" y="5140057"/>
            <a:ext cx="630570" cy="607175"/>
            <a:chOff x="5794944" y="2079049"/>
            <a:chExt cx="630570" cy="790833"/>
          </a:xfrm>
        </p:grpSpPr>
        <p:sp>
          <p:nvSpPr>
            <p:cNvPr id="49" name="직사각형 48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50" name="직선 연결선 49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Line 16 1 3 1 4"/>
          <p:cNvSpPr/>
          <p:nvPr/>
        </p:nvSpPr>
        <p:spPr>
          <a:xfrm rot="10800000">
            <a:off x="4516697" y="5933348"/>
            <a:ext cx="1794547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" name="Line 16 1 3 1 4"/>
          <p:cNvSpPr/>
          <p:nvPr/>
        </p:nvSpPr>
        <p:spPr>
          <a:xfrm rot="10800000">
            <a:off x="6311245" y="5580638"/>
            <a:ext cx="0" cy="459744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" name="Line 16 1 3 1 4"/>
          <p:cNvSpPr/>
          <p:nvPr/>
        </p:nvSpPr>
        <p:spPr>
          <a:xfrm rot="10800000">
            <a:off x="4516697" y="5834673"/>
            <a:ext cx="0" cy="251849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4" name="TextBox 53"/>
          <p:cNvSpPr txBox="1"/>
          <p:nvPr/>
        </p:nvSpPr>
        <p:spPr>
          <a:xfrm>
            <a:off x="5184045" y="5784272"/>
            <a:ext cx="46679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0.5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l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55" name="Line 16 1 3 1 4"/>
          <p:cNvSpPr/>
          <p:nvPr/>
        </p:nvSpPr>
        <p:spPr>
          <a:xfrm rot="10800000">
            <a:off x="6316698" y="5933348"/>
            <a:ext cx="1794547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" name="Line 16 1 3 1 4"/>
          <p:cNvSpPr/>
          <p:nvPr/>
        </p:nvSpPr>
        <p:spPr>
          <a:xfrm rot="10800000">
            <a:off x="8106128" y="5834672"/>
            <a:ext cx="0" cy="185879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" name="TextBox 56"/>
          <p:cNvSpPr txBox="1"/>
          <p:nvPr/>
        </p:nvSpPr>
        <p:spPr>
          <a:xfrm>
            <a:off x="7005287" y="5771651"/>
            <a:ext cx="46679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0.5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l</a:t>
            </a:r>
          </a:p>
        </p:txBody>
      </p:sp>
      <p:sp>
        <p:nvSpPr>
          <p:cNvPr id="58" name="타원 57"/>
          <p:cNvSpPr/>
          <p:nvPr/>
        </p:nvSpPr>
        <p:spPr>
          <a:xfrm>
            <a:off x="8044007" y="5506616"/>
            <a:ext cx="134096" cy="13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grpSp>
        <p:nvGrpSpPr>
          <p:cNvPr id="59" name="그룹 58"/>
          <p:cNvGrpSpPr/>
          <p:nvPr/>
        </p:nvGrpSpPr>
        <p:grpSpPr>
          <a:xfrm rot="5400000">
            <a:off x="8032867" y="5531028"/>
            <a:ext cx="156374" cy="375743"/>
            <a:chOff x="5794944" y="2079049"/>
            <a:chExt cx="630570" cy="790833"/>
          </a:xfrm>
        </p:grpSpPr>
        <p:sp>
          <p:nvSpPr>
            <p:cNvPr id="60" name="직사각형 59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</a:endParaRPr>
            </a:p>
          </p:txBody>
        </p:sp>
        <p:cxnSp>
          <p:nvCxnSpPr>
            <p:cNvPr id="61" name="직선 연결선 60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직사각형 61"/>
          <p:cNvSpPr/>
          <p:nvPr/>
        </p:nvSpPr>
        <p:spPr>
          <a:xfrm rot="5400000">
            <a:off x="5265767" y="4395604"/>
            <a:ext cx="299598" cy="1791356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246562" y="4899953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w</a:t>
            </a:r>
          </a:p>
        </p:txBody>
      </p:sp>
      <p:sp>
        <p:nvSpPr>
          <p:cNvPr id="64" name="직각 삼각형 63"/>
          <p:cNvSpPr/>
          <p:nvPr/>
        </p:nvSpPr>
        <p:spPr>
          <a:xfrm rot="5400000" flipH="1">
            <a:off x="4664995" y="2709509"/>
            <a:ext cx="1492496" cy="180000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05655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53"/>
          <p:cNvSpPr txBox="1"/>
          <p:nvPr/>
        </p:nvSpPr>
        <p:spPr>
          <a:xfrm>
            <a:off x="6388368" y="2798884"/>
            <a:ext cx="74999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d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=40cm</a:t>
            </a:r>
          </a:p>
        </p:txBody>
      </p:sp>
      <p:sp>
        <p:nvSpPr>
          <p:cNvPr id="3" name="직각 삼각형 2"/>
          <p:cNvSpPr/>
          <p:nvPr/>
        </p:nvSpPr>
        <p:spPr>
          <a:xfrm rot="5400000" flipH="1">
            <a:off x="3730463" y="3843006"/>
            <a:ext cx="2235446" cy="654889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110563" y="4767034"/>
            <a:ext cx="10038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M</a:t>
            </a:r>
            <a:r>
              <a:rPr lang="en-US" sz="1200" baseline="-25000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max</a:t>
            </a:r>
            <a:endParaRPr lang="en-US" sz="1200" baseline="-250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</a:endParaRPr>
          </a:p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= 250kN-m</a:t>
            </a:r>
          </a:p>
        </p:txBody>
      </p:sp>
      <p:sp>
        <p:nvSpPr>
          <p:cNvPr id="8" name="Line 16 1 3 1 4"/>
          <p:cNvSpPr/>
          <p:nvPr/>
        </p:nvSpPr>
        <p:spPr>
          <a:xfrm rot="16200000" flipH="1">
            <a:off x="2567997" y="4144576"/>
            <a:ext cx="2298104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5" name="그룹 4"/>
          <p:cNvGrpSpPr/>
          <p:nvPr/>
        </p:nvGrpSpPr>
        <p:grpSpPr>
          <a:xfrm rot="5400000">
            <a:off x="3636521" y="5095953"/>
            <a:ext cx="211825" cy="607175"/>
            <a:chOff x="5794944" y="2079049"/>
            <a:chExt cx="630570" cy="790833"/>
          </a:xfrm>
        </p:grpSpPr>
        <p:sp>
          <p:nvSpPr>
            <p:cNvPr id="2" name="직사각형 1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</a:endParaRPr>
            </a:p>
          </p:txBody>
        </p:sp>
        <p:cxnSp>
          <p:nvCxnSpPr>
            <p:cNvPr id="4" name="직선 연결선 3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Line 16 1 3 1 4"/>
          <p:cNvSpPr/>
          <p:nvPr/>
        </p:nvSpPr>
        <p:spPr>
          <a:xfrm rot="16200000" flipH="1">
            <a:off x="2106407" y="4141851"/>
            <a:ext cx="229265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Line 16 1 3 1 4"/>
          <p:cNvSpPr/>
          <p:nvPr/>
        </p:nvSpPr>
        <p:spPr>
          <a:xfrm rot="16200000" flipH="1">
            <a:off x="3375569" y="2776529"/>
            <a:ext cx="0" cy="459744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Line 16 1 3 1 4"/>
          <p:cNvSpPr/>
          <p:nvPr/>
        </p:nvSpPr>
        <p:spPr>
          <a:xfrm rot="16200000" flipH="1">
            <a:off x="3225481" y="5162251"/>
            <a:ext cx="0" cy="251849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TextBox 6"/>
          <p:cNvSpPr txBox="1"/>
          <p:nvPr/>
        </p:nvSpPr>
        <p:spPr>
          <a:xfrm>
            <a:off x="3047138" y="3901023"/>
            <a:ext cx="41069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5m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2070" y="3076750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50kN</a:t>
            </a:r>
          </a:p>
        </p:txBody>
      </p:sp>
      <p:sp>
        <p:nvSpPr>
          <p:cNvPr id="51" name="Line 16 1 3 1 4"/>
          <p:cNvSpPr/>
          <p:nvPr/>
        </p:nvSpPr>
        <p:spPr>
          <a:xfrm rot="16200000" flipH="1">
            <a:off x="3948565" y="2805088"/>
            <a:ext cx="0" cy="364523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" name="Line 16 1 3 1 4"/>
          <p:cNvSpPr/>
          <p:nvPr/>
        </p:nvSpPr>
        <p:spPr>
          <a:xfrm rot="16200000" flipV="1">
            <a:off x="3527310" y="2797608"/>
            <a:ext cx="379480" cy="0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" name="TextBox 37"/>
          <p:cNvSpPr txBox="1"/>
          <p:nvPr/>
        </p:nvSpPr>
        <p:spPr>
          <a:xfrm>
            <a:off x="3105017" y="2607867"/>
            <a:ext cx="655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100kN</a:t>
            </a:r>
          </a:p>
        </p:txBody>
      </p:sp>
      <p:sp>
        <p:nvSpPr>
          <p:cNvPr id="9" name="타원 8"/>
          <p:cNvSpPr/>
          <p:nvPr/>
        </p:nvSpPr>
        <p:spPr>
          <a:xfrm>
            <a:off x="6195190" y="3200362"/>
            <a:ext cx="1080000" cy="108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40" name="타원 39"/>
          <p:cNvSpPr/>
          <p:nvPr/>
        </p:nvSpPr>
        <p:spPr>
          <a:xfrm>
            <a:off x="6231190" y="3236362"/>
            <a:ext cx="1008000" cy="1008000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6267190" y="3272362"/>
            <a:ext cx="936000" cy="93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43" name="Line 16 1 3 1 4"/>
          <p:cNvSpPr/>
          <p:nvPr/>
        </p:nvSpPr>
        <p:spPr>
          <a:xfrm rot="16200000" flipH="1">
            <a:off x="3338185" y="4150648"/>
            <a:ext cx="2298104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" name="Line 16 1 3 1 4"/>
          <p:cNvSpPr/>
          <p:nvPr/>
        </p:nvSpPr>
        <p:spPr>
          <a:xfrm rot="10800000" flipH="1">
            <a:off x="6735191" y="3740362"/>
            <a:ext cx="0" cy="766436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cxnSp>
        <p:nvCxnSpPr>
          <p:cNvPr id="45" name="직선 연결선 44"/>
          <p:cNvCxnSpPr/>
          <p:nvPr/>
        </p:nvCxnSpPr>
        <p:spPr>
          <a:xfrm flipH="1">
            <a:off x="6735190" y="3740362"/>
            <a:ext cx="832546" cy="0"/>
          </a:xfrm>
          <a:prstGeom prst="line">
            <a:avLst/>
          </a:prstGeom>
          <a:ln w="9525">
            <a:solidFill>
              <a:schemeClr val="tx1"/>
            </a:solidFill>
            <a:headEnd type="triangle" w="sm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219593" y="3484788"/>
            <a:ext cx="2808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x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533793" y="4244987"/>
            <a:ext cx="264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y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</a:endParaRPr>
          </a:p>
        </p:txBody>
      </p:sp>
      <p:grpSp>
        <p:nvGrpSpPr>
          <p:cNvPr id="48" name="그룹 47"/>
          <p:cNvGrpSpPr/>
          <p:nvPr/>
        </p:nvGrpSpPr>
        <p:grpSpPr>
          <a:xfrm rot="5400000">
            <a:off x="6353274" y="2765884"/>
            <a:ext cx="763287" cy="1007454"/>
            <a:chOff x="9014754" y="3611844"/>
            <a:chExt cx="763287" cy="1007454"/>
          </a:xfrm>
        </p:grpSpPr>
        <p:sp>
          <p:nvSpPr>
            <p:cNvPr id="49" name="Line 16 1 3 1 4"/>
            <p:cNvSpPr/>
            <p:nvPr/>
          </p:nvSpPr>
          <p:spPr>
            <a:xfrm rot="16200000" flipH="1">
              <a:off x="8659418" y="4115571"/>
              <a:ext cx="1007454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0" name="Line 16 1 3 1 4"/>
            <p:cNvSpPr/>
            <p:nvPr/>
          </p:nvSpPr>
          <p:spPr>
            <a:xfrm rot="16200000" flipH="1">
              <a:off x="9396398" y="3230201"/>
              <a:ext cx="0" cy="763287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3" name="Line 16 1 3 1 4"/>
            <p:cNvSpPr/>
            <p:nvPr/>
          </p:nvSpPr>
          <p:spPr>
            <a:xfrm rot="16200000" flipH="1">
              <a:off x="9396396" y="4237656"/>
              <a:ext cx="0" cy="763283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55" name="Line 16 1 3 1 4"/>
          <p:cNvSpPr/>
          <p:nvPr/>
        </p:nvSpPr>
        <p:spPr>
          <a:xfrm>
            <a:off x="7082769" y="4161605"/>
            <a:ext cx="174986" cy="257515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non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" name="Line 16 1 3 1 4"/>
          <p:cNvSpPr/>
          <p:nvPr/>
        </p:nvSpPr>
        <p:spPr>
          <a:xfrm flipH="1" flipV="1">
            <a:off x="6936588" y="3951200"/>
            <a:ext cx="100532" cy="147946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non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" name="TextBox 56"/>
          <p:cNvSpPr txBox="1"/>
          <p:nvPr/>
        </p:nvSpPr>
        <p:spPr>
          <a:xfrm>
            <a:off x="7203190" y="4215221"/>
            <a:ext cx="66446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t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=2cm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77167" y="4608180"/>
            <a:ext cx="782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I</a:t>
            </a:r>
            <a:r>
              <a:rPr lang="en-US" sz="1200" i="1" baseline="-250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x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=</a:t>
            </a:r>
            <a:r>
              <a:rPr lang="en-US" sz="1200" i="1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I</a:t>
            </a:r>
            <a:r>
              <a:rPr lang="en-US" sz="1200" i="1" baseline="-25000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y</a:t>
            </a:r>
            <a:endParaRPr lang="en-US" sz="1200" baseline="-250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</a:endParaRPr>
          </a:p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= </a:t>
            </a:r>
            <a:r>
              <a:rPr lang="el-GR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π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d</a:t>
            </a:r>
            <a:r>
              <a:rPr lang="en-US" sz="1200" baseline="300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3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t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/8</a:t>
            </a:r>
          </a:p>
        </p:txBody>
      </p:sp>
    </p:spTree>
    <p:extLst>
      <p:ext uri="{BB962C8B-B14F-4D97-AF65-F5344CB8AC3E}">
        <p14:creationId xmlns:p14="http://schemas.microsoft.com/office/powerpoint/2010/main" val="2542780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53"/>
          <p:cNvSpPr txBox="1"/>
          <p:nvPr/>
        </p:nvSpPr>
        <p:spPr>
          <a:xfrm>
            <a:off x="5162818" y="3017214"/>
            <a:ext cx="74999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d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=10cm</a:t>
            </a:r>
          </a:p>
        </p:txBody>
      </p:sp>
      <p:sp>
        <p:nvSpPr>
          <p:cNvPr id="8" name="Line 16 1 3 1 4"/>
          <p:cNvSpPr/>
          <p:nvPr/>
        </p:nvSpPr>
        <p:spPr>
          <a:xfrm rot="16200000" flipH="1">
            <a:off x="2567997" y="4144576"/>
            <a:ext cx="2298104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5" name="그룹 4"/>
          <p:cNvGrpSpPr/>
          <p:nvPr/>
        </p:nvGrpSpPr>
        <p:grpSpPr>
          <a:xfrm rot="5400000">
            <a:off x="3636521" y="5095953"/>
            <a:ext cx="211825" cy="607175"/>
            <a:chOff x="5794944" y="2079049"/>
            <a:chExt cx="630570" cy="790833"/>
          </a:xfrm>
        </p:grpSpPr>
        <p:sp>
          <p:nvSpPr>
            <p:cNvPr id="2" name="직사각형 1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4" name="직선 연결선 3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Line 16 1 3 1 4"/>
          <p:cNvSpPr/>
          <p:nvPr/>
        </p:nvSpPr>
        <p:spPr>
          <a:xfrm rot="16200000" flipH="1">
            <a:off x="2106407" y="4141851"/>
            <a:ext cx="229265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Line 16 1 3 1 4"/>
          <p:cNvSpPr/>
          <p:nvPr/>
        </p:nvSpPr>
        <p:spPr>
          <a:xfrm rot="16200000" flipH="1">
            <a:off x="3375569" y="2776529"/>
            <a:ext cx="0" cy="459744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Line 16 1 3 1 4"/>
          <p:cNvSpPr/>
          <p:nvPr/>
        </p:nvSpPr>
        <p:spPr>
          <a:xfrm rot="16200000" flipH="1">
            <a:off x="3225481" y="5162251"/>
            <a:ext cx="0" cy="251849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TextBox 6"/>
          <p:cNvSpPr txBox="1"/>
          <p:nvPr/>
        </p:nvSpPr>
        <p:spPr>
          <a:xfrm>
            <a:off x="3047138" y="3980968"/>
            <a:ext cx="41069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5m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2070" y="3076750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50kN</a:t>
            </a:r>
          </a:p>
        </p:txBody>
      </p:sp>
      <p:sp>
        <p:nvSpPr>
          <p:cNvPr id="51" name="Line 16 1 3 1 4"/>
          <p:cNvSpPr/>
          <p:nvPr/>
        </p:nvSpPr>
        <p:spPr>
          <a:xfrm rot="16200000" flipH="1">
            <a:off x="3948565" y="2805088"/>
            <a:ext cx="0" cy="364523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" name="Line 16 1 3 1 4"/>
          <p:cNvSpPr/>
          <p:nvPr/>
        </p:nvSpPr>
        <p:spPr>
          <a:xfrm rot="16200000" flipV="1">
            <a:off x="3527310" y="2797608"/>
            <a:ext cx="379480" cy="0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" name="TextBox 37"/>
          <p:cNvSpPr txBox="1"/>
          <p:nvPr/>
        </p:nvSpPr>
        <p:spPr>
          <a:xfrm>
            <a:off x="3105017" y="2607867"/>
            <a:ext cx="655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100kN</a:t>
            </a:r>
          </a:p>
        </p:txBody>
      </p:sp>
      <p:sp>
        <p:nvSpPr>
          <p:cNvPr id="40" name="타원 39"/>
          <p:cNvSpPr/>
          <p:nvPr/>
        </p:nvSpPr>
        <p:spPr>
          <a:xfrm>
            <a:off x="5005640" y="3454692"/>
            <a:ext cx="1008000" cy="1008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44" name="Line 16 1 3 1 4"/>
          <p:cNvSpPr/>
          <p:nvPr/>
        </p:nvSpPr>
        <p:spPr>
          <a:xfrm rot="10800000" flipH="1">
            <a:off x="5509641" y="3958692"/>
            <a:ext cx="0" cy="766436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cxnSp>
        <p:nvCxnSpPr>
          <p:cNvPr id="45" name="직선 연결선 44"/>
          <p:cNvCxnSpPr/>
          <p:nvPr/>
        </p:nvCxnSpPr>
        <p:spPr>
          <a:xfrm flipH="1">
            <a:off x="5509640" y="3958692"/>
            <a:ext cx="832546" cy="0"/>
          </a:xfrm>
          <a:prstGeom prst="line">
            <a:avLst/>
          </a:prstGeom>
          <a:ln w="9525">
            <a:solidFill>
              <a:schemeClr val="tx1"/>
            </a:solidFill>
            <a:headEnd type="triangle" w="sm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994043" y="3703118"/>
            <a:ext cx="2808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x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308243" y="4463317"/>
            <a:ext cx="264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y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grpSp>
        <p:nvGrpSpPr>
          <p:cNvPr id="48" name="그룹 47"/>
          <p:cNvGrpSpPr/>
          <p:nvPr/>
        </p:nvGrpSpPr>
        <p:grpSpPr>
          <a:xfrm rot="5400000">
            <a:off x="5167040" y="2944899"/>
            <a:ext cx="684655" cy="1007454"/>
            <a:chOff x="9014754" y="3611844"/>
            <a:chExt cx="763287" cy="1007454"/>
          </a:xfrm>
        </p:grpSpPr>
        <p:sp>
          <p:nvSpPr>
            <p:cNvPr id="49" name="Line 16 1 3 1 4"/>
            <p:cNvSpPr/>
            <p:nvPr/>
          </p:nvSpPr>
          <p:spPr>
            <a:xfrm rot="16200000" flipH="1">
              <a:off x="8659418" y="4115571"/>
              <a:ext cx="1007454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0" name="Line 16 1 3 1 4"/>
            <p:cNvSpPr/>
            <p:nvPr/>
          </p:nvSpPr>
          <p:spPr>
            <a:xfrm rot="16200000" flipH="1">
              <a:off x="9396398" y="3230201"/>
              <a:ext cx="0" cy="763287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3" name="Line 16 1 3 1 4"/>
            <p:cNvSpPr/>
            <p:nvPr/>
          </p:nvSpPr>
          <p:spPr>
            <a:xfrm rot="16200000" flipH="1">
              <a:off x="9396396" y="4237656"/>
              <a:ext cx="0" cy="763283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58" name="TextBox 57"/>
          <p:cNvSpPr txBox="1"/>
          <p:nvPr/>
        </p:nvSpPr>
        <p:spPr>
          <a:xfrm>
            <a:off x="5251617" y="4826510"/>
            <a:ext cx="8210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I</a:t>
            </a:r>
            <a:r>
              <a:rPr lang="en-US" sz="1200" i="1" baseline="-250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x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=</a:t>
            </a:r>
            <a:r>
              <a:rPr lang="en-US" sz="1200" i="1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I</a:t>
            </a:r>
            <a:r>
              <a:rPr lang="en-US" sz="1200" i="1" baseline="-25000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y</a:t>
            </a:r>
            <a:endParaRPr lang="en-US" sz="1200" baseline="-250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= </a:t>
            </a:r>
            <a:r>
              <a:rPr lang="el-GR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π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d</a:t>
            </a:r>
            <a:r>
              <a:rPr lang="en-US" sz="1200" baseline="300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4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/64</a:t>
            </a:r>
          </a:p>
        </p:txBody>
      </p:sp>
      <p:sp>
        <p:nvSpPr>
          <p:cNvPr id="33" name="TextBox 32"/>
          <p:cNvSpPr txBox="1"/>
          <p:nvPr/>
        </p:nvSpPr>
        <p:spPr>
          <a:xfrm flipH="1">
            <a:off x="3708067" y="5057342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361657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16 1 3 1 4"/>
          <p:cNvSpPr/>
          <p:nvPr/>
        </p:nvSpPr>
        <p:spPr>
          <a:xfrm rot="10800000">
            <a:off x="6773839" y="2928376"/>
            <a:ext cx="1549401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5" name="그룹 4"/>
          <p:cNvGrpSpPr/>
          <p:nvPr/>
        </p:nvGrpSpPr>
        <p:grpSpPr>
          <a:xfrm flipH="1">
            <a:off x="4092671" y="2599403"/>
            <a:ext cx="630570" cy="607175"/>
            <a:chOff x="5794944" y="2079049"/>
            <a:chExt cx="630570" cy="790833"/>
          </a:xfrm>
        </p:grpSpPr>
        <p:sp>
          <p:nvSpPr>
            <p:cNvPr id="2" name="직사각형 1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</a:endParaRPr>
            </a:p>
          </p:txBody>
        </p:sp>
        <p:cxnSp>
          <p:nvCxnSpPr>
            <p:cNvPr id="4" name="직선 연결선 3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Line 16 1 3 1 4"/>
          <p:cNvSpPr/>
          <p:nvPr/>
        </p:nvSpPr>
        <p:spPr>
          <a:xfrm rot="10800000">
            <a:off x="4728693" y="3392694"/>
            <a:ext cx="2045147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Line 16 1 3 1 4"/>
          <p:cNvSpPr/>
          <p:nvPr/>
        </p:nvSpPr>
        <p:spPr>
          <a:xfrm rot="10800000">
            <a:off x="6773841" y="3039984"/>
            <a:ext cx="0" cy="459744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Line 16 1 3 1 4"/>
          <p:cNvSpPr/>
          <p:nvPr/>
        </p:nvSpPr>
        <p:spPr>
          <a:xfrm rot="10800000">
            <a:off x="4728693" y="3294019"/>
            <a:ext cx="0" cy="251849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TextBox 6"/>
          <p:cNvSpPr txBox="1"/>
          <p:nvPr/>
        </p:nvSpPr>
        <p:spPr>
          <a:xfrm flipH="1">
            <a:off x="5560348" y="3268869"/>
            <a:ext cx="41069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4m</a:t>
            </a:r>
          </a:p>
        </p:txBody>
      </p:sp>
      <p:sp>
        <p:nvSpPr>
          <p:cNvPr id="31" name="TextBox 30"/>
          <p:cNvSpPr txBox="1"/>
          <p:nvPr/>
        </p:nvSpPr>
        <p:spPr>
          <a:xfrm flipH="1">
            <a:off x="7744907" y="2480211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50kN</a:t>
            </a:r>
          </a:p>
        </p:txBody>
      </p:sp>
      <p:sp>
        <p:nvSpPr>
          <p:cNvPr id="30" name="Line 16 1 3 1 4"/>
          <p:cNvSpPr/>
          <p:nvPr/>
        </p:nvSpPr>
        <p:spPr>
          <a:xfrm rot="10800000">
            <a:off x="4723243" y="4403101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" name="Line 16 1 3 1 4"/>
          <p:cNvSpPr/>
          <p:nvPr/>
        </p:nvSpPr>
        <p:spPr>
          <a:xfrm rot="10800000">
            <a:off x="8323244" y="2514599"/>
            <a:ext cx="0" cy="364523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직각 삼각형 2"/>
          <p:cNvSpPr/>
          <p:nvPr/>
        </p:nvSpPr>
        <p:spPr>
          <a:xfrm>
            <a:off x="4728695" y="3720149"/>
            <a:ext cx="3542318" cy="654889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 flipH="1">
            <a:off x="3859281" y="3731984"/>
            <a:ext cx="10038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M</a:t>
            </a:r>
            <a:r>
              <a:rPr lang="en-US" sz="1200" baseline="-25000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max</a:t>
            </a:r>
            <a:endParaRPr lang="en-US" sz="1200" baseline="-250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</a:endParaRPr>
          </a:p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= 350kN-m</a:t>
            </a:r>
          </a:p>
        </p:txBody>
      </p:sp>
      <p:sp>
        <p:nvSpPr>
          <p:cNvPr id="38" name="Line 16 1 3 1 4"/>
          <p:cNvSpPr/>
          <p:nvPr/>
        </p:nvSpPr>
        <p:spPr>
          <a:xfrm rot="10800000">
            <a:off x="6773840" y="3392693"/>
            <a:ext cx="1549401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" name="Line 16 1 3 1 4"/>
          <p:cNvSpPr/>
          <p:nvPr/>
        </p:nvSpPr>
        <p:spPr>
          <a:xfrm rot="10800000">
            <a:off x="8323241" y="3039983"/>
            <a:ext cx="0" cy="459744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" name="TextBox 39"/>
          <p:cNvSpPr txBox="1"/>
          <p:nvPr/>
        </p:nvSpPr>
        <p:spPr>
          <a:xfrm flipH="1">
            <a:off x="7396065" y="3268869"/>
            <a:ext cx="41069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3m</a:t>
            </a:r>
          </a:p>
        </p:txBody>
      </p:sp>
      <p:sp>
        <p:nvSpPr>
          <p:cNvPr id="41" name="Line 16 1 3 1 4"/>
          <p:cNvSpPr/>
          <p:nvPr/>
        </p:nvSpPr>
        <p:spPr>
          <a:xfrm rot="10800000">
            <a:off x="4723240" y="2954802"/>
            <a:ext cx="2050598" cy="0"/>
          </a:xfrm>
          <a:prstGeom prst="line">
            <a:avLst/>
          </a:prstGeom>
          <a:ln w="1270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8" name="TextBox 97"/>
          <p:cNvSpPr txBox="1"/>
          <p:nvPr/>
        </p:nvSpPr>
        <p:spPr>
          <a:xfrm flipH="1">
            <a:off x="4653390" y="2673044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A</a:t>
            </a:r>
          </a:p>
        </p:txBody>
      </p:sp>
      <p:sp>
        <p:nvSpPr>
          <p:cNvPr id="99" name="TextBox 98"/>
          <p:cNvSpPr txBox="1"/>
          <p:nvPr/>
        </p:nvSpPr>
        <p:spPr>
          <a:xfrm flipH="1">
            <a:off x="6710790" y="2666694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B</a:t>
            </a:r>
          </a:p>
        </p:txBody>
      </p:sp>
      <p:sp>
        <p:nvSpPr>
          <p:cNvPr id="100" name="TextBox 99"/>
          <p:cNvSpPr txBox="1"/>
          <p:nvPr/>
        </p:nvSpPr>
        <p:spPr>
          <a:xfrm flipH="1">
            <a:off x="8044290" y="2666694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C</a:t>
            </a:r>
          </a:p>
        </p:txBody>
      </p:sp>
      <p:sp>
        <p:nvSpPr>
          <p:cNvPr id="101" name="TextBox 100"/>
          <p:cNvSpPr txBox="1"/>
          <p:nvPr/>
        </p:nvSpPr>
        <p:spPr>
          <a:xfrm flipH="1">
            <a:off x="8794897" y="2558360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&lt;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A-B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&gt;</a:t>
            </a:r>
          </a:p>
        </p:txBody>
      </p:sp>
      <p:sp>
        <p:nvSpPr>
          <p:cNvPr id="102" name="TextBox 101"/>
          <p:cNvSpPr txBox="1"/>
          <p:nvPr/>
        </p:nvSpPr>
        <p:spPr>
          <a:xfrm flipH="1">
            <a:off x="9918279" y="2558359"/>
            <a:ext cx="6158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&lt;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B-C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&gt;</a:t>
            </a:r>
          </a:p>
        </p:txBody>
      </p:sp>
      <p:grpSp>
        <p:nvGrpSpPr>
          <p:cNvPr id="11" name="그룹 10"/>
          <p:cNvGrpSpPr/>
          <p:nvPr/>
        </p:nvGrpSpPr>
        <p:grpSpPr>
          <a:xfrm>
            <a:off x="8832015" y="2902990"/>
            <a:ext cx="533400" cy="1333500"/>
            <a:chOff x="8794897" y="3168650"/>
            <a:chExt cx="720000" cy="1800000"/>
          </a:xfrm>
          <a:solidFill>
            <a:schemeClr val="tx1"/>
          </a:solidFill>
        </p:grpSpPr>
        <p:sp>
          <p:nvSpPr>
            <p:cNvPr id="104" name="직사각형 103"/>
            <p:cNvSpPr/>
            <p:nvPr/>
          </p:nvSpPr>
          <p:spPr>
            <a:xfrm>
              <a:off x="9129697" y="3168650"/>
              <a:ext cx="50400" cy="1800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8794897" y="3168650"/>
              <a:ext cx="720000" cy="75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</a:endParaRPr>
            </a:p>
          </p:txBody>
        </p:sp>
        <p:sp>
          <p:nvSpPr>
            <p:cNvPr id="103" name="직사각형 102"/>
            <p:cNvSpPr/>
            <p:nvPr/>
          </p:nvSpPr>
          <p:spPr>
            <a:xfrm>
              <a:off x="8794897" y="4892749"/>
              <a:ext cx="720000" cy="75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</a:endParaRPr>
            </a:p>
          </p:txBody>
        </p:sp>
      </p:grpSp>
      <p:grpSp>
        <p:nvGrpSpPr>
          <p:cNvPr id="105" name="그룹 104"/>
          <p:cNvGrpSpPr/>
          <p:nvPr/>
        </p:nvGrpSpPr>
        <p:grpSpPr>
          <a:xfrm>
            <a:off x="10022389" y="2902990"/>
            <a:ext cx="436508" cy="1091271"/>
            <a:chOff x="8794897" y="3168650"/>
            <a:chExt cx="720000" cy="1800000"/>
          </a:xfrm>
          <a:solidFill>
            <a:schemeClr val="tx1"/>
          </a:solidFill>
        </p:grpSpPr>
        <p:sp>
          <p:nvSpPr>
            <p:cNvPr id="106" name="직사각형 105"/>
            <p:cNvSpPr/>
            <p:nvPr/>
          </p:nvSpPr>
          <p:spPr>
            <a:xfrm>
              <a:off x="9129697" y="3168650"/>
              <a:ext cx="50400" cy="1800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</a:endParaRPr>
            </a:p>
          </p:txBody>
        </p:sp>
        <p:sp>
          <p:nvSpPr>
            <p:cNvPr id="107" name="직사각형 106"/>
            <p:cNvSpPr/>
            <p:nvPr/>
          </p:nvSpPr>
          <p:spPr>
            <a:xfrm>
              <a:off x="8794897" y="3168650"/>
              <a:ext cx="720000" cy="75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</a:endParaRPr>
            </a:p>
          </p:txBody>
        </p:sp>
        <p:sp>
          <p:nvSpPr>
            <p:cNvPr id="108" name="직사각형 107"/>
            <p:cNvSpPr/>
            <p:nvPr/>
          </p:nvSpPr>
          <p:spPr>
            <a:xfrm>
              <a:off x="8794897" y="4892749"/>
              <a:ext cx="720000" cy="75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</a:endParaRPr>
            </a:p>
          </p:txBody>
        </p:sp>
      </p:grpSp>
      <p:sp>
        <p:nvSpPr>
          <p:cNvPr id="109" name="TextBox 108"/>
          <p:cNvSpPr txBox="1"/>
          <p:nvPr/>
        </p:nvSpPr>
        <p:spPr>
          <a:xfrm flipH="1">
            <a:off x="8489524" y="4403101"/>
            <a:ext cx="1127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I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=47,800cm</a:t>
            </a:r>
            <a:r>
              <a:rPr lang="en-US" sz="1200" baseline="300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4</a:t>
            </a:r>
          </a:p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S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=1,910cm</a:t>
            </a:r>
            <a:r>
              <a:rPr lang="en-US" sz="1200" baseline="300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 flipH="1">
            <a:off x="9689335" y="4403101"/>
            <a:ext cx="1127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I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=21,700cm</a:t>
            </a:r>
            <a:r>
              <a:rPr lang="en-US" sz="1200" baseline="300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4</a:t>
            </a:r>
          </a:p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S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=1,280cm</a:t>
            </a:r>
            <a:r>
              <a:rPr lang="en-US" sz="1200" baseline="300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465915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 rot="5400000">
            <a:off x="5510047" y="955217"/>
            <a:ext cx="299598" cy="3587971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8" name="Line 16 1 3 1 4"/>
          <p:cNvSpPr/>
          <p:nvPr/>
        </p:nvSpPr>
        <p:spPr>
          <a:xfrm rot="10800000" flipH="1">
            <a:off x="3859284" y="2928376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타원 11"/>
          <p:cNvSpPr/>
          <p:nvPr/>
        </p:nvSpPr>
        <p:spPr>
          <a:xfrm>
            <a:off x="3792236" y="2965446"/>
            <a:ext cx="134096" cy="13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3" name="이등변 삼각형 2"/>
          <p:cNvSpPr/>
          <p:nvPr/>
        </p:nvSpPr>
        <p:spPr>
          <a:xfrm>
            <a:off x="7383140" y="2965446"/>
            <a:ext cx="152287" cy="1340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82894" y="2360227"/>
            <a:ext cx="893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w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=2kN/m</a:t>
            </a:r>
          </a:p>
        </p:txBody>
      </p:sp>
      <p:grpSp>
        <p:nvGrpSpPr>
          <p:cNvPr id="27" name="그룹 26"/>
          <p:cNvGrpSpPr/>
          <p:nvPr/>
        </p:nvGrpSpPr>
        <p:grpSpPr>
          <a:xfrm rot="5400000">
            <a:off x="3784139" y="2986815"/>
            <a:ext cx="150287" cy="375743"/>
            <a:chOff x="5794944" y="2079049"/>
            <a:chExt cx="630570" cy="790833"/>
          </a:xfrm>
        </p:grpSpPr>
        <p:sp>
          <p:nvSpPr>
            <p:cNvPr id="28" name="직사각형 27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Line 16 1 3 1 4"/>
          <p:cNvSpPr/>
          <p:nvPr/>
        </p:nvSpPr>
        <p:spPr>
          <a:xfrm rot="10800000" flipH="1">
            <a:off x="3859284" y="3436922"/>
            <a:ext cx="1782303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Line 16 1 3 1 4"/>
          <p:cNvSpPr/>
          <p:nvPr/>
        </p:nvSpPr>
        <p:spPr>
          <a:xfrm rot="10800000" flipH="1">
            <a:off x="3869436" y="3307353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" name="Line 16 1 3 1 4"/>
          <p:cNvSpPr/>
          <p:nvPr/>
        </p:nvSpPr>
        <p:spPr>
          <a:xfrm rot="10800000" flipH="1">
            <a:off x="7453832" y="3307353"/>
            <a:ext cx="0" cy="28274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" name="TextBox 38"/>
          <p:cNvSpPr txBox="1"/>
          <p:nvPr/>
        </p:nvSpPr>
        <p:spPr>
          <a:xfrm>
            <a:off x="4524172" y="3313096"/>
            <a:ext cx="41069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4m</a:t>
            </a:r>
          </a:p>
        </p:txBody>
      </p:sp>
      <p:grpSp>
        <p:nvGrpSpPr>
          <p:cNvPr id="41" name="그룹 40"/>
          <p:cNvGrpSpPr/>
          <p:nvPr/>
        </p:nvGrpSpPr>
        <p:grpSpPr>
          <a:xfrm rot="5400000">
            <a:off x="7378686" y="2986816"/>
            <a:ext cx="150289" cy="375743"/>
            <a:chOff x="5794944" y="2079049"/>
            <a:chExt cx="630570" cy="790833"/>
          </a:xfrm>
        </p:grpSpPr>
        <p:sp>
          <p:nvSpPr>
            <p:cNvPr id="42" name="직사각형 41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43" name="직선 연결선 42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Line 16 1 3 1 4"/>
          <p:cNvSpPr/>
          <p:nvPr/>
        </p:nvSpPr>
        <p:spPr>
          <a:xfrm rot="10800000" flipH="1">
            <a:off x="5659284" y="3436921"/>
            <a:ext cx="1794549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TextBox 25"/>
          <p:cNvSpPr txBox="1"/>
          <p:nvPr/>
        </p:nvSpPr>
        <p:spPr>
          <a:xfrm>
            <a:off x="6420323" y="3313096"/>
            <a:ext cx="41069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4m</a:t>
            </a:r>
          </a:p>
        </p:txBody>
      </p:sp>
      <p:sp>
        <p:nvSpPr>
          <p:cNvPr id="33" name="Line 16 1 3 1 4"/>
          <p:cNvSpPr/>
          <p:nvPr/>
        </p:nvSpPr>
        <p:spPr>
          <a:xfrm rot="10800000" flipH="1">
            <a:off x="5659284" y="3035300"/>
            <a:ext cx="0" cy="54299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" name="직사각형 44"/>
          <p:cNvSpPr/>
          <p:nvPr/>
        </p:nvSpPr>
        <p:spPr>
          <a:xfrm>
            <a:off x="8259047" y="3327253"/>
            <a:ext cx="360000" cy="9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grpSp>
        <p:nvGrpSpPr>
          <p:cNvPr id="46" name="그룹 45"/>
          <p:cNvGrpSpPr/>
          <p:nvPr/>
        </p:nvGrpSpPr>
        <p:grpSpPr>
          <a:xfrm rot="5400000">
            <a:off x="7496081" y="3511933"/>
            <a:ext cx="899148" cy="529796"/>
            <a:chOff x="4011685" y="4023949"/>
            <a:chExt cx="899148" cy="529796"/>
          </a:xfrm>
        </p:grpSpPr>
        <p:sp>
          <p:nvSpPr>
            <p:cNvPr id="47" name="Line 16 1 3 1 4"/>
            <p:cNvSpPr/>
            <p:nvPr/>
          </p:nvSpPr>
          <p:spPr>
            <a:xfrm rot="10800000" flipH="1">
              <a:off x="4011689" y="4176356"/>
              <a:ext cx="899144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8" name="Line 16 1 3 1 4"/>
            <p:cNvSpPr/>
            <p:nvPr/>
          </p:nvSpPr>
          <p:spPr>
            <a:xfrm rot="10800000" flipH="1">
              <a:off x="4011685" y="4023949"/>
              <a:ext cx="0" cy="300801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9" name="Line 16 1 3 1 4"/>
            <p:cNvSpPr/>
            <p:nvPr/>
          </p:nvSpPr>
          <p:spPr>
            <a:xfrm rot="10800000" flipH="1">
              <a:off x="4910833" y="4023951"/>
              <a:ext cx="0" cy="30079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0" name="TextBox 49"/>
            <p:cNvSpPr txBox="1"/>
            <p:nvPr/>
          </p:nvSpPr>
          <p:spPr>
            <a:xfrm rot="16200000">
              <a:off x="4322842" y="3967533"/>
              <a:ext cx="526093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i="1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  <a:cs typeface="KoPubWorld바탕체_Pro Light" panose="00000300000000000000" pitchFamily="50" charset="-127"/>
                </a:rPr>
                <a:t>h</a:t>
              </a:r>
              <a:r>
                <a:rPr lang="en-US" sz="1200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  <a:cs typeface="KoPubWorld바탕체_Pro Light" panose="00000300000000000000" pitchFamily="50" charset="-127"/>
                </a:rPr>
                <a:t>=</a:t>
              </a:r>
            </a:p>
            <a:p>
              <a:r>
                <a:rPr lang="en-US" sz="1200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  <a:cs typeface="KoPubWorld바탕체_Pro Light" panose="00000300000000000000" pitchFamily="50" charset="-127"/>
                </a:rPr>
                <a:t>60cm</a:t>
              </a:r>
            </a:p>
          </p:txBody>
        </p:sp>
      </p:grpSp>
      <p:grpSp>
        <p:nvGrpSpPr>
          <p:cNvPr id="51" name="그룹 50"/>
          <p:cNvGrpSpPr/>
          <p:nvPr/>
        </p:nvGrpSpPr>
        <p:grpSpPr>
          <a:xfrm rot="5400000">
            <a:off x="8362844" y="3025053"/>
            <a:ext cx="152405" cy="360000"/>
            <a:chOff x="9163146" y="4259298"/>
            <a:chExt cx="152405" cy="360000"/>
          </a:xfrm>
        </p:grpSpPr>
        <p:sp>
          <p:nvSpPr>
            <p:cNvPr id="52" name="Line 16 1 3 1 4"/>
            <p:cNvSpPr/>
            <p:nvPr/>
          </p:nvSpPr>
          <p:spPr>
            <a:xfrm rot="16200000" flipH="1">
              <a:off x="9059358" y="4439298"/>
              <a:ext cx="360000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3" name="Line 16 1 3 1 4"/>
            <p:cNvSpPr/>
            <p:nvPr/>
          </p:nvSpPr>
          <p:spPr>
            <a:xfrm rot="16200000" flipH="1">
              <a:off x="9239349" y="4183095"/>
              <a:ext cx="0" cy="15240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4" name="Line 16 1 3 1 4"/>
            <p:cNvSpPr/>
            <p:nvPr/>
          </p:nvSpPr>
          <p:spPr>
            <a:xfrm rot="16200000" flipH="1">
              <a:off x="9239348" y="4543096"/>
              <a:ext cx="0" cy="152403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55" name="TextBox 54"/>
          <p:cNvSpPr txBox="1"/>
          <p:nvPr/>
        </p:nvSpPr>
        <p:spPr>
          <a:xfrm>
            <a:off x="8068050" y="2873282"/>
            <a:ext cx="744742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b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=25cm</a:t>
            </a:r>
          </a:p>
        </p:txBody>
      </p:sp>
      <p:sp>
        <p:nvSpPr>
          <p:cNvPr id="56" name="Line 16 1 3 1 4"/>
          <p:cNvSpPr/>
          <p:nvPr/>
        </p:nvSpPr>
        <p:spPr>
          <a:xfrm rot="10800000" flipH="1">
            <a:off x="8436340" y="3771082"/>
            <a:ext cx="0" cy="766436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cxnSp>
        <p:nvCxnSpPr>
          <p:cNvPr id="57" name="직선 연결선 56"/>
          <p:cNvCxnSpPr/>
          <p:nvPr/>
        </p:nvCxnSpPr>
        <p:spPr>
          <a:xfrm flipH="1">
            <a:off x="8436339" y="3771082"/>
            <a:ext cx="832546" cy="0"/>
          </a:xfrm>
          <a:prstGeom prst="line">
            <a:avLst/>
          </a:prstGeom>
          <a:ln w="9525">
            <a:solidFill>
              <a:schemeClr val="tx1"/>
            </a:solidFill>
            <a:headEnd type="triangle" w="sm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920742" y="3515508"/>
            <a:ext cx="2808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x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234942" y="4275707"/>
            <a:ext cx="264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y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grpSp>
        <p:nvGrpSpPr>
          <p:cNvPr id="61" name="그룹 60"/>
          <p:cNvGrpSpPr/>
          <p:nvPr/>
        </p:nvGrpSpPr>
        <p:grpSpPr>
          <a:xfrm rot="5400000">
            <a:off x="8806522" y="3176800"/>
            <a:ext cx="461665" cy="769585"/>
            <a:chOff x="3900269" y="3555165"/>
            <a:chExt cx="461665" cy="769585"/>
          </a:xfrm>
        </p:grpSpPr>
        <p:sp>
          <p:nvSpPr>
            <p:cNvPr id="65" name="TextBox 64"/>
            <p:cNvSpPr txBox="1"/>
            <p:nvPr/>
          </p:nvSpPr>
          <p:spPr>
            <a:xfrm rot="16200000">
              <a:off x="3868055" y="3587379"/>
              <a:ext cx="526093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  <a:cs typeface="KoPubWorld바탕체_Pro Light" panose="00000300000000000000" pitchFamily="50" charset="-127"/>
                </a:rPr>
                <a:t>25cm</a:t>
              </a:r>
            </a:p>
          </p:txBody>
        </p:sp>
        <p:sp>
          <p:nvSpPr>
            <p:cNvPr id="62" name="Line 16 1 3 1 4"/>
            <p:cNvSpPr/>
            <p:nvPr/>
          </p:nvSpPr>
          <p:spPr>
            <a:xfrm rot="10800000" flipH="1">
              <a:off x="4011689" y="4176357"/>
              <a:ext cx="328903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3" name="Line 16 1 3 1 4"/>
            <p:cNvSpPr/>
            <p:nvPr/>
          </p:nvSpPr>
          <p:spPr>
            <a:xfrm rot="10800000" flipH="1">
              <a:off x="4011685" y="4023949"/>
              <a:ext cx="0" cy="300801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4" name="타원 3"/>
          <p:cNvSpPr/>
          <p:nvPr/>
        </p:nvSpPr>
        <p:spPr>
          <a:xfrm>
            <a:off x="8420894" y="3411713"/>
            <a:ext cx="50800" cy="508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 flipH="1">
            <a:off x="3973940" y="2907994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 flipH="1">
            <a:off x="5605890" y="2901644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C</a:t>
            </a:r>
          </a:p>
        </p:txBody>
      </p:sp>
      <p:sp>
        <p:nvSpPr>
          <p:cNvPr id="68" name="TextBox 67"/>
          <p:cNvSpPr txBox="1"/>
          <p:nvPr/>
        </p:nvSpPr>
        <p:spPr>
          <a:xfrm flipH="1">
            <a:off x="7441040" y="2901644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B</a:t>
            </a:r>
          </a:p>
        </p:txBody>
      </p:sp>
      <p:sp>
        <p:nvSpPr>
          <p:cNvPr id="69" name="TextBox 68"/>
          <p:cNvSpPr txBox="1"/>
          <p:nvPr/>
        </p:nvSpPr>
        <p:spPr>
          <a:xfrm flipH="1">
            <a:off x="8234790" y="3422344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0474527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 rot="5400000">
            <a:off x="5510047" y="955217"/>
            <a:ext cx="299598" cy="3587971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8" name="Line 16 1 3 1 4"/>
          <p:cNvSpPr/>
          <p:nvPr/>
        </p:nvSpPr>
        <p:spPr>
          <a:xfrm rot="10800000" flipH="1">
            <a:off x="3859284" y="2928376"/>
            <a:ext cx="3600000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타원 11"/>
          <p:cNvSpPr/>
          <p:nvPr/>
        </p:nvSpPr>
        <p:spPr>
          <a:xfrm>
            <a:off x="3792236" y="2965446"/>
            <a:ext cx="134096" cy="13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3" name="이등변 삼각형 2"/>
          <p:cNvSpPr/>
          <p:nvPr/>
        </p:nvSpPr>
        <p:spPr>
          <a:xfrm>
            <a:off x="7383140" y="2965446"/>
            <a:ext cx="152287" cy="1340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82894" y="2360227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50kN/m</a:t>
            </a:r>
          </a:p>
        </p:txBody>
      </p:sp>
      <p:grpSp>
        <p:nvGrpSpPr>
          <p:cNvPr id="27" name="그룹 26"/>
          <p:cNvGrpSpPr/>
          <p:nvPr/>
        </p:nvGrpSpPr>
        <p:grpSpPr>
          <a:xfrm rot="5400000">
            <a:off x="3784139" y="2986815"/>
            <a:ext cx="150287" cy="375743"/>
            <a:chOff x="5794944" y="2079049"/>
            <a:chExt cx="630570" cy="790833"/>
          </a:xfrm>
        </p:grpSpPr>
        <p:sp>
          <p:nvSpPr>
            <p:cNvPr id="28" name="직사각형 27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Line 16 1 3 1 4"/>
          <p:cNvSpPr/>
          <p:nvPr/>
        </p:nvSpPr>
        <p:spPr>
          <a:xfrm rot="10800000" flipH="1">
            <a:off x="3859284" y="3436922"/>
            <a:ext cx="1782303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Line 16 1 3 1 4"/>
          <p:cNvSpPr/>
          <p:nvPr/>
        </p:nvSpPr>
        <p:spPr>
          <a:xfrm rot="10800000" flipH="1">
            <a:off x="3869436" y="3307353"/>
            <a:ext cx="0" cy="241101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" name="Line 16 1 3 1 4"/>
          <p:cNvSpPr/>
          <p:nvPr/>
        </p:nvSpPr>
        <p:spPr>
          <a:xfrm rot="10800000" flipH="1">
            <a:off x="7453832" y="3307353"/>
            <a:ext cx="0" cy="28274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" name="TextBox 38"/>
          <p:cNvSpPr txBox="1"/>
          <p:nvPr/>
        </p:nvSpPr>
        <p:spPr>
          <a:xfrm>
            <a:off x="4574004" y="3313097"/>
            <a:ext cx="41069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4m</a:t>
            </a:r>
          </a:p>
        </p:txBody>
      </p:sp>
      <p:grpSp>
        <p:nvGrpSpPr>
          <p:cNvPr id="41" name="그룹 40"/>
          <p:cNvGrpSpPr/>
          <p:nvPr/>
        </p:nvGrpSpPr>
        <p:grpSpPr>
          <a:xfrm rot="5400000">
            <a:off x="7378686" y="2986816"/>
            <a:ext cx="150289" cy="375743"/>
            <a:chOff x="5794944" y="2079049"/>
            <a:chExt cx="630570" cy="790833"/>
          </a:xfrm>
        </p:grpSpPr>
        <p:sp>
          <p:nvSpPr>
            <p:cNvPr id="42" name="직사각형 41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cxnSp>
          <p:nvCxnSpPr>
            <p:cNvPr id="43" name="직선 연결선 42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Line 16 1 3 1 4"/>
          <p:cNvSpPr/>
          <p:nvPr/>
        </p:nvSpPr>
        <p:spPr>
          <a:xfrm rot="10800000" flipH="1">
            <a:off x="5659284" y="3436921"/>
            <a:ext cx="1794549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TextBox 25"/>
          <p:cNvSpPr txBox="1"/>
          <p:nvPr/>
        </p:nvSpPr>
        <p:spPr>
          <a:xfrm>
            <a:off x="6420323" y="3313096"/>
            <a:ext cx="41069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4m</a:t>
            </a:r>
          </a:p>
        </p:txBody>
      </p:sp>
      <p:sp>
        <p:nvSpPr>
          <p:cNvPr id="33" name="Line 16 1 3 1 4"/>
          <p:cNvSpPr/>
          <p:nvPr/>
        </p:nvSpPr>
        <p:spPr>
          <a:xfrm rot="10800000" flipH="1">
            <a:off x="5659284" y="3035300"/>
            <a:ext cx="0" cy="542992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6" name="TextBox 65"/>
          <p:cNvSpPr txBox="1"/>
          <p:nvPr/>
        </p:nvSpPr>
        <p:spPr>
          <a:xfrm flipH="1">
            <a:off x="3973940" y="2907994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 flipH="1">
            <a:off x="5605890" y="2901644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C</a:t>
            </a:r>
          </a:p>
        </p:txBody>
      </p:sp>
      <p:sp>
        <p:nvSpPr>
          <p:cNvPr id="68" name="TextBox 67"/>
          <p:cNvSpPr txBox="1"/>
          <p:nvPr/>
        </p:nvSpPr>
        <p:spPr>
          <a:xfrm flipH="1">
            <a:off x="7441040" y="2901644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B</a:t>
            </a:r>
          </a:p>
        </p:txBody>
      </p:sp>
      <p:sp>
        <p:nvSpPr>
          <p:cNvPr id="64" name="직사각형 63"/>
          <p:cNvSpPr/>
          <p:nvPr/>
        </p:nvSpPr>
        <p:spPr>
          <a:xfrm>
            <a:off x="8328382" y="2515871"/>
            <a:ext cx="360000" cy="9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grpSp>
        <p:nvGrpSpPr>
          <p:cNvPr id="70" name="그룹 69"/>
          <p:cNvGrpSpPr/>
          <p:nvPr/>
        </p:nvGrpSpPr>
        <p:grpSpPr>
          <a:xfrm rot="5400000">
            <a:off x="7591656" y="2702400"/>
            <a:ext cx="899148" cy="526093"/>
            <a:chOff x="4011685" y="3999558"/>
            <a:chExt cx="899148" cy="526093"/>
          </a:xfrm>
        </p:grpSpPr>
        <p:sp>
          <p:nvSpPr>
            <p:cNvPr id="71" name="Line 16 1 3 1 4"/>
            <p:cNvSpPr/>
            <p:nvPr/>
          </p:nvSpPr>
          <p:spPr>
            <a:xfrm rot="10800000" flipH="1">
              <a:off x="4011689" y="4176356"/>
              <a:ext cx="899144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2" name="Line 16 1 3 1 4"/>
            <p:cNvSpPr/>
            <p:nvPr/>
          </p:nvSpPr>
          <p:spPr>
            <a:xfrm rot="10800000" flipH="1">
              <a:off x="4011685" y="4023949"/>
              <a:ext cx="0" cy="300801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3" name="Line 16 1 3 1 4"/>
            <p:cNvSpPr/>
            <p:nvPr/>
          </p:nvSpPr>
          <p:spPr>
            <a:xfrm rot="10800000" flipH="1">
              <a:off x="4910833" y="4023951"/>
              <a:ext cx="0" cy="30079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4" name="TextBox 73"/>
            <p:cNvSpPr txBox="1"/>
            <p:nvPr/>
          </p:nvSpPr>
          <p:spPr>
            <a:xfrm rot="16200000">
              <a:off x="4282572" y="4031772"/>
              <a:ext cx="526093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  <a:cs typeface="KoPubWorld바탕체_Pro Light" panose="00000300000000000000" pitchFamily="50" charset="-127"/>
                </a:rPr>
                <a:t>60cm</a:t>
              </a:r>
            </a:p>
          </p:txBody>
        </p:sp>
      </p:grpSp>
      <p:grpSp>
        <p:nvGrpSpPr>
          <p:cNvPr id="75" name="그룹 74"/>
          <p:cNvGrpSpPr/>
          <p:nvPr/>
        </p:nvGrpSpPr>
        <p:grpSpPr>
          <a:xfrm rot="5400000">
            <a:off x="8432179" y="3360717"/>
            <a:ext cx="152405" cy="360000"/>
            <a:chOff x="9163146" y="4259298"/>
            <a:chExt cx="152405" cy="360000"/>
          </a:xfrm>
        </p:grpSpPr>
        <p:sp>
          <p:nvSpPr>
            <p:cNvPr id="76" name="Line 16 1 3 1 4"/>
            <p:cNvSpPr/>
            <p:nvPr/>
          </p:nvSpPr>
          <p:spPr>
            <a:xfrm rot="16200000" flipH="1">
              <a:off x="9059358" y="4439298"/>
              <a:ext cx="360000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7" name="Line 16 1 3 1 4"/>
            <p:cNvSpPr/>
            <p:nvPr/>
          </p:nvSpPr>
          <p:spPr>
            <a:xfrm rot="16200000" flipH="1">
              <a:off x="9239349" y="4183095"/>
              <a:ext cx="0" cy="15240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8" name="Line 16 1 3 1 4"/>
            <p:cNvSpPr/>
            <p:nvPr/>
          </p:nvSpPr>
          <p:spPr>
            <a:xfrm rot="16200000" flipH="1">
              <a:off x="9239348" y="4543096"/>
              <a:ext cx="0" cy="152403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79" name="TextBox 78"/>
          <p:cNvSpPr txBox="1"/>
          <p:nvPr/>
        </p:nvSpPr>
        <p:spPr>
          <a:xfrm>
            <a:off x="8245335" y="3620686"/>
            <a:ext cx="52609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25cm</a:t>
            </a:r>
          </a:p>
        </p:txBody>
      </p:sp>
    </p:spTree>
    <p:extLst>
      <p:ext uri="{BB962C8B-B14F-4D97-AF65-F5344CB8AC3E}">
        <p14:creationId xmlns:p14="http://schemas.microsoft.com/office/powerpoint/2010/main" val="6417915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Line 16 1 3 1 4"/>
          <p:cNvSpPr/>
          <p:nvPr/>
        </p:nvSpPr>
        <p:spPr>
          <a:xfrm rot="16200000" flipH="1">
            <a:off x="5508269" y="3680621"/>
            <a:ext cx="0" cy="193120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타원 11"/>
          <p:cNvSpPr/>
          <p:nvPr/>
        </p:nvSpPr>
        <p:spPr>
          <a:xfrm>
            <a:off x="1093486" y="3373310"/>
            <a:ext cx="134096" cy="1340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grpSp>
        <p:nvGrpSpPr>
          <p:cNvPr id="13" name="그룹 12"/>
          <p:cNvGrpSpPr/>
          <p:nvPr/>
        </p:nvGrpSpPr>
        <p:grpSpPr>
          <a:xfrm rot="5400000">
            <a:off x="1082346" y="3397722"/>
            <a:ext cx="156374" cy="375743"/>
            <a:chOff x="5794944" y="2079049"/>
            <a:chExt cx="630570" cy="790833"/>
          </a:xfrm>
        </p:grpSpPr>
        <p:sp>
          <p:nvSpPr>
            <p:cNvPr id="14" name="직사각형 13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</a:endParaRPr>
            </a:p>
          </p:txBody>
        </p:sp>
        <p:cxnSp>
          <p:nvCxnSpPr>
            <p:cNvPr id="15" name="직선 연결선 14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Line 16 1 3 1 4"/>
          <p:cNvSpPr/>
          <p:nvPr/>
        </p:nvSpPr>
        <p:spPr>
          <a:xfrm rot="10800000" flipH="1">
            <a:off x="1162182" y="3782998"/>
            <a:ext cx="18000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Line 16 1 3 1 4"/>
          <p:cNvSpPr/>
          <p:nvPr/>
        </p:nvSpPr>
        <p:spPr>
          <a:xfrm rot="10800000" flipH="1">
            <a:off x="1160534" y="3694148"/>
            <a:ext cx="0" cy="216607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Line 16 1 3 1 4"/>
          <p:cNvSpPr/>
          <p:nvPr/>
        </p:nvSpPr>
        <p:spPr>
          <a:xfrm rot="10800000" flipH="1">
            <a:off x="2962182" y="3782998"/>
            <a:ext cx="1792900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Line 16 1 3 1 4"/>
          <p:cNvSpPr/>
          <p:nvPr/>
        </p:nvSpPr>
        <p:spPr>
          <a:xfrm rot="10800000" flipH="1">
            <a:off x="4749824" y="3684093"/>
            <a:ext cx="0" cy="216610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TextBox 6"/>
          <p:cNvSpPr txBox="1"/>
          <p:nvPr/>
        </p:nvSpPr>
        <p:spPr>
          <a:xfrm>
            <a:off x="1874814" y="3659173"/>
            <a:ext cx="41069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5m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80704" y="3659173"/>
            <a:ext cx="41069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5m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55986" y="1117099"/>
            <a:ext cx="8354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P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=100kN</a:t>
            </a:r>
          </a:p>
        </p:txBody>
      </p:sp>
      <p:sp>
        <p:nvSpPr>
          <p:cNvPr id="3" name="이등변 삼각형 2"/>
          <p:cNvSpPr/>
          <p:nvPr/>
        </p:nvSpPr>
        <p:spPr>
          <a:xfrm>
            <a:off x="4684390" y="3373310"/>
            <a:ext cx="152287" cy="1340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28" name="Line 16 1 3 1 4"/>
          <p:cNvSpPr/>
          <p:nvPr/>
        </p:nvSpPr>
        <p:spPr>
          <a:xfrm rot="10800000" flipH="1">
            <a:off x="2955986" y="1117099"/>
            <a:ext cx="0" cy="414090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30" name="그룹 29"/>
          <p:cNvGrpSpPr/>
          <p:nvPr/>
        </p:nvGrpSpPr>
        <p:grpSpPr>
          <a:xfrm rot="5400000">
            <a:off x="4676893" y="3397723"/>
            <a:ext cx="156376" cy="375743"/>
            <a:chOff x="5794944" y="2079049"/>
            <a:chExt cx="630570" cy="790833"/>
          </a:xfrm>
        </p:grpSpPr>
        <p:sp>
          <p:nvSpPr>
            <p:cNvPr id="32" name="직사각형 31"/>
            <p:cNvSpPr/>
            <p:nvPr/>
          </p:nvSpPr>
          <p:spPr>
            <a:xfrm>
              <a:off x="5794944" y="2079049"/>
              <a:ext cx="630570" cy="79083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</a:endParaRPr>
            </a:p>
          </p:txBody>
        </p:sp>
        <p:cxnSp>
          <p:nvCxnSpPr>
            <p:cNvPr id="33" name="직선 연결선 32"/>
            <p:cNvCxnSpPr/>
            <p:nvPr/>
          </p:nvCxnSpPr>
          <p:spPr>
            <a:xfrm>
              <a:off x="5794944" y="2079049"/>
              <a:ext cx="0" cy="7908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Line 16 1 3 1 4"/>
          <p:cNvSpPr/>
          <p:nvPr/>
        </p:nvSpPr>
        <p:spPr>
          <a:xfrm rot="10800000" flipH="1">
            <a:off x="2962182" y="1651444"/>
            <a:ext cx="0" cy="2284728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원호 3"/>
          <p:cNvSpPr/>
          <p:nvPr/>
        </p:nvSpPr>
        <p:spPr>
          <a:xfrm>
            <a:off x="1155986" y="1561814"/>
            <a:ext cx="3600000" cy="3600000"/>
          </a:xfrm>
          <a:prstGeom prst="arc">
            <a:avLst>
              <a:gd name="adj1" fmla="val 10800445"/>
              <a:gd name="adj2" fmla="val 0"/>
            </a:avLst>
          </a:prstGeom>
          <a:noFill/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40" name="Line 16 1 3 1 4"/>
          <p:cNvSpPr/>
          <p:nvPr/>
        </p:nvSpPr>
        <p:spPr>
          <a:xfrm rot="10800000" flipH="1">
            <a:off x="2955986" y="1726065"/>
            <a:ext cx="661356" cy="1781339"/>
          </a:xfrm>
          <a:prstGeom prst="line">
            <a:avLst/>
          </a:prstGeom>
          <a:ln w="9525">
            <a:solidFill>
              <a:schemeClr val="tx1"/>
            </a:solidFill>
            <a:miter/>
            <a:headEnd type="non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" name="TextBox 40"/>
          <p:cNvSpPr txBox="1"/>
          <p:nvPr/>
        </p:nvSpPr>
        <p:spPr>
          <a:xfrm>
            <a:off x="3050052" y="2378313"/>
            <a:ext cx="65594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r 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= 5m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18584" y="1324143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9128" y="3263763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76170" y="3263762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B</a:t>
            </a:r>
          </a:p>
        </p:txBody>
      </p:sp>
      <p:sp>
        <p:nvSpPr>
          <p:cNvPr id="36" name="원호 35"/>
          <p:cNvSpPr/>
          <p:nvPr/>
        </p:nvSpPr>
        <p:spPr>
          <a:xfrm>
            <a:off x="5584389" y="2882998"/>
            <a:ext cx="1800000" cy="1800000"/>
          </a:xfrm>
          <a:prstGeom prst="arc">
            <a:avLst>
              <a:gd name="adj1" fmla="val 10800445"/>
              <a:gd name="adj2" fmla="val 0"/>
            </a:avLst>
          </a:prstGeom>
          <a:noFill/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42" name="원호 41"/>
          <p:cNvSpPr/>
          <p:nvPr/>
        </p:nvSpPr>
        <p:spPr>
          <a:xfrm>
            <a:off x="7999830" y="2880061"/>
            <a:ext cx="1800000" cy="1800000"/>
          </a:xfrm>
          <a:prstGeom prst="arc">
            <a:avLst>
              <a:gd name="adj1" fmla="val 10800445"/>
              <a:gd name="adj2" fmla="val 0"/>
            </a:avLst>
          </a:prstGeom>
          <a:noFill/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2" name="원호 1"/>
          <p:cNvSpPr/>
          <p:nvPr/>
        </p:nvSpPr>
        <p:spPr>
          <a:xfrm>
            <a:off x="5411707" y="2863511"/>
            <a:ext cx="2160000" cy="1800000"/>
          </a:xfrm>
          <a:prstGeom prst="arc">
            <a:avLst>
              <a:gd name="adj1" fmla="val 10736541"/>
              <a:gd name="adj2" fmla="val 60632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48" name="Line 16 1 3 1 4"/>
          <p:cNvSpPr/>
          <p:nvPr/>
        </p:nvSpPr>
        <p:spPr>
          <a:xfrm rot="16200000" flipH="1">
            <a:off x="7475147" y="3680620"/>
            <a:ext cx="0" cy="193120"/>
          </a:xfrm>
          <a:prstGeom prst="line">
            <a:avLst/>
          </a:prstGeom>
          <a:ln w="9525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" name="TextBox 52"/>
          <p:cNvSpPr txBox="1"/>
          <p:nvPr/>
        </p:nvSpPr>
        <p:spPr>
          <a:xfrm>
            <a:off x="5293288" y="3770543"/>
            <a:ext cx="5164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-P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/2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5898" y="3770543"/>
            <a:ext cx="5164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-P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/2</a:t>
            </a:r>
          </a:p>
        </p:txBody>
      </p:sp>
      <p:sp>
        <p:nvSpPr>
          <p:cNvPr id="55" name="원호 54"/>
          <p:cNvSpPr/>
          <p:nvPr/>
        </p:nvSpPr>
        <p:spPr>
          <a:xfrm>
            <a:off x="7999830" y="3218490"/>
            <a:ext cx="1238678" cy="1090042"/>
          </a:xfrm>
          <a:prstGeom prst="arc">
            <a:avLst>
              <a:gd name="adj1" fmla="val 10736541"/>
              <a:gd name="adj2" fmla="val 18010241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56" name="원호 55"/>
          <p:cNvSpPr/>
          <p:nvPr/>
        </p:nvSpPr>
        <p:spPr>
          <a:xfrm flipH="1">
            <a:off x="8561152" y="3224221"/>
            <a:ext cx="1238678" cy="1090042"/>
          </a:xfrm>
          <a:prstGeom prst="arc">
            <a:avLst>
              <a:gd name="adj1" fmla="val 10736541"/>
              <a:gd name="adj2" fmla="val 17965736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700096" y="3291417"/>
            <a:ext cx="5036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Pr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/2</a:t>
            </a:r>
          </a:p>
        </p:txBody>
      </p:sp>
      <p:sp>
        <p:nvSpPr>
          <p:cNvPr id="58" name="TextBox 57"/>
          <p:cNvSpPr txBox="1"/>
          <p:nvPr/>
        </p:nvSpPr>
        <p:spPr>
          <a:xfrm flipH="1">
            <a:off x="6077859" y="2567025"/>
            <a:ext cx="7649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&lt;</a:t>
            </a:r>
            <a:r>
              <a:rPr lang="ko-KR" alt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축력도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&gt;</a:t>
            </a:r>
          </a:p>
        </p:txBody>
      </p:sp>
      <p:sp>
        <p:nvSpPr>
          <p:cNvPr id="59" name="TextBox 58"/>
          <p:cNvSpPr txBox="1"/>
          <p:nvPr/>
        </p:nvSpPr>
        <p:spPr>
          <a:xfrm flipH="1">
            <a:off x="8408309" y="2567025"/>
            <a:ext cx="909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&lt;</a:t>
            </a:r>
            <a:r>
              <a:rPr lang="ko-KR" alt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모멘트도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&gt;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36916" y="911135"/>
            <a:ext cx="74999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d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=30cm</a:t>
            </a:r>
          </a:p>
        </p:txBody>
      </p:sp>
      <p:sp>
        <p:nvSpPr>
          <p:cNvPr id="77" name="타원 76"/>
          <p:cNvSpPr/>
          <p:nvPr/>
        </p:nvSpPr>
        <p:spPr>
          <a:xfrm>
            <a:off x="4643738" y="1312613"/>
            <a:ext cx="1080000" cy="108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78" name="타원 77"/>
          <p:cNvSpPr/>
          <p:nvPr/>
        </p:nvSpPr>
        <p:spPr>
          <a:xfrm>
            <a:off x="4679738" y="1348613"/>
            <a:ext cx="1008000" cy="1008000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79" name="타원 78"/>
          <p:cNvSpPr/>
          <p:nvPr/>
        </p:nvSpPr>
        <p:spPr>
          <a:xfrm>
            <a:off x="4715738" y="1384613"/>
            <a:ext cx="936000" cy="93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80" name="Line 16 1 3 1 4"/>
          <p:cNvSpPr/>
          <p:nvPr/>
        </p:nvSpPr>
        <p:spPr>
          <a:xfrm rot="10800000" flipH="1">
            <a:off x="5183739" y="1852613"/>
            <a:ext cx="0" cy="766436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cxnSp>
        <p:nvCxnSpPr>
          <p:cNvPr id="81" name="직선 연결선 80"/>
          <p:cNvCxnSpPr/>
          <p:nvPr/>
        </p:nvCxnSpPr>
        <p:spPr>
          <a:xfrm flipH="1">
            <a:off x="5183738" y="1852613"/>
            <a:ext cx="832546" cy="0"/>
          </a:xfrm>
          <a:prstGeom prst="line">
            <a:avLst/>
          </a:prstGeom>
          <a:ln w="9525">
            <a:solidFill>
              <a:schemeClr val="tx1"/>
            </a:solidFill>
            <a:headEnd type="triangle" w="sm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668141" y="1597039"/>
            <a:ext cx="2808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x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982341" y="2357238"/>
            <a:ext cx="264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y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</a:endParaRPr>
          </a:p>
        </p:txBody>
      </p:sp>
      <p:grpSp>
        <p:nvGrpSpPr>
          <p:cNvPr id="84" name="그룹 83"/>
          <p:cNvGrpSpPr/>
          <p:nvPr/>
        </p:nvGrpSpPr>
        <p:grpSpPr>
          <a:xfrm rot="5400000">
            <a:off x="4801822" y="878135"/>
            <a:ext cx="763287" cy="1007454"/>
            <a:chOff x="9014754" y="3611844"/>
            <a:chExt cx="763287" cy="1007454"/>
          </a:xfrm>
        </p:grpSpPr>
        <p:sp>
          <p:nvSpPr>
            <p:cNvPr id="85" name="Line 16 1 3 1 4"/>
            <p:cNvSpPr/>
            <p:nvPr/>
          </p:nvSpPr>
          <p:spPr>
            <a:xfrm rot="16200000" flipH="1">
              <a:off x="8659418" y="4115571"/>
              <a:ext cx="1007454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6" name="Line 16 1 3 1 4"/>
            <p:cNvSpPr/>
            <p:nvPr/>
          </p:nvSpPr>
          <p:spPr>
            <a:xfrm rot="16200000" flipH="1">
              <a:off x="9396398" y="3230201"/>
              <a:ext cx="0" cy="763287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7" name="Line 16 1 3 1 4"/>
            <p:cNvSpPr/>
            <p:nvPr/>
          </p:nvSpPr>
          <p:spPr>
            <a:xfrm rot="16200000" flipH="1">
              <a:off x="9396396" y="4237656"/>
              <a:ext cx="0" cy="763283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88" name="Line 16 1 3 1 4"/>
          <p:cNvSpPr/>
          <p:nvPr/>
        </p:nvSpPr>
        <p:spPr>
          <a:xfrm>
            <a:off x="5531317" y="2273856"/>
            <a:ext cx="174986" cy="257515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non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9" name="Line 16 1 3 1 4"/>
          <p:cNvSpPr/>
          <p:nvPr/>
        </p:nvSpPr>
        <p:spPr>
          <a:xfrm flipH="1" flipV="1">
            <a:off x="5385136" y="2063451"/>
            <a:ext cx="100532" cy="147946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non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0" name="TextBox 89"/>
          <p:cNvSpPr txBox="1"/>
          <p:nvPr/>
        </p:nvSpPr>
        <p:spPr>
          <a:xfrm>
            <a:off x="5651738" y="2327472"/>
            <a:ext cx="66446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t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=2cm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22751" y="1849388"/>
            <a:ext cx="782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I</a:t>
            </a:r>
            <a:r>
              <a:rPr lang="en-US" sz="1200" i="1" baseline="-250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x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=</a:t>
            </a:r>
            <a:r>
              <a:rPr lang="en-US" sz="1200" i="1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I</a:t>
            </a:r>
            <a:r>
              <a:rPr lang="en-US" sz="1200" i="1" baseline="-25000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y</a:t>
            </a:r>
            <a:endParaRPr lang="en-US" sz="1200" baseline="-250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</a:endParaRPr>
          </a:p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= </a:t>
            </a:r>
            <a:r>
              <a:rPr lang="el-GR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π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d</a:t>
            </a:r>
            <a:r>
              <a:rPr lang="en-US" sz="1200" baseline="300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3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t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/8</a:t>
            </a:r>
          </a:p>
        </p:txBody>
      </p:sp>
    </p:spTree>
    <p:extLst>
      <p:ext uri="{BB962C8B-B14F-4D97-AF65-F5344CB8AC3E}">
        <p14:creationId xmlns:p14="http://schemas.microsoft.com/office/powerpoint/2010/main" val="13992278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Line 16 1 3 1 4"/>
          <p:cNvSpPr/>
          <p:nvPr/>
        </p:nvSpPr>
        <p:spPr>
          <a:xfrm rot="10800000">
            <a:off x="2415737" y="2742045"/>
            <a:ext cx="1444812" cy="1429022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9" name="Line 16 1 3 1 4"/>
          <p:cNvSpPr/>
          <p:nvPr/>
        </p:nvSpPr>
        <p:spPr>
          <a:xfrm rot="18000000" flipH="1">
            <a:off x="5734986" y="3175494"/>
            <a:ext cx="2469423" cy="0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8" name="Line 16 1 3 1 4"/>
          <p:cNvSpPr/>
          <p:nvPr/>
        </p:nvSpPr>
        <p:spPr>
          <a:xfrm rot="3600000">
            <a:off x="6976041" y="3163972"/>
            <a:ext cx="2469423" cy="0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7" name="Line 16 1 3 1 4"/>
          <p:cNvSpPr/>
          <p:nvPr/>
        </p:nvSpPr>
        <p:spPr>
          <a:xfrm rot="10800000">
            <a:off x="6345912" y="4233263"/>
            <a:ext cx="2469423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7" name="Line 16 1 3 1 4"/>
          <p:cNvSpPr/>
          <p:nvPr/>
        </p:nvSpPr>
        <p:spPr>
          <a:xfrm rot="10800000">
            <a:off x="980732" y="2722642"/>
            <a:ext cx="1444812" cy="1429022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5" name="Line 16 1 3 1 4"/>
          <p:cNvSpPr/>
          <p:nvPr/>
        </p:nvSpPr>
        <p:spPr>
          <a:xfrm rot="10800000">
            <a:off x="980731" y="4172397"/>
            <a:ext cx="2881704" cy="0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Line 16 1 3 1 4"/>
          <p:cNvSpPr/>
          <p:nvPr/>
        </p:nvSpPr>
        <p:spPr>
          <a:xfrm rot="10800000">
            <a:off x="944092" y="2728797"/>
            <a:ext cx="2943298" cy="0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6" name="그룹 5"/>
          <p:cNvGrpSpPr/>
          <p:nvPr/>
        </p:nvGrpSpPr>
        <p:grpSpPr>
          <a:xfrm rot="5400000">
            <a:off x="681076" y="2580449"/>
            <a:ext cx="375743" cy="284386"/>
            <a:chOff x="7265959" y="2965446"/>
            <a:chExt cx="375743" cy="284386"/>
          </a:xfrm>
        </p:grpSpPr>
        <p:sp>
          <p:nvSpPr>
            <p:cNvPr id="3" name="이등변 삼각형 2"/>
            <p:cNvSpPr/>
            <p:nvPr/>
          </p:nvSpPr>
          <p:spPr>
            <a:xfrm>
              <a:off x="7383140" y="2965446"/>
              <a:ext cx="152287" cy="134096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</a:endParaRPr>
            </a:p>
          </p:txBody>
        </p:sp>
        <p:grpSp>
          <p:nvGrpSpPr>
            <p:cNvPr id="41" name="그룹 40"/>
            <p:cNvGrpSpPr/>
            <p:nvPr/>
          </p:nvGrpSpPr>
          <p:grpSpPr>
            <a:xfrm rot="5400000">
              <a:off x="7378686" y="2986816"/>
              <a:ext cx="150289" cy="375743"/>
              <a:chOff x="5794944" y="2079049"/>
              <a:chExt cx="630570" cy="790833"/>
            </a:xfrm>
          </p:grpSpPr>
          <p:sp>
            <p:nvSpPr>
              <p:cNvPr id="42" name="직사각형 41"/>
              <p:cNvSpPr/>
              <p:nvPr/>
            </p:nvSpPr>
            <p:spPr>
              <a:xfrm>
                <a:off x="5794944" y="2079049"/>
                <a:ext cx="630570" cy="790833"/>
              </a:xfrm>
              <a:prstGeom prst="rect">
                <a:avLst/>
              </a:pr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KoPubWorld바탕체_Pro Light" panose="00000300000000000000" pitchFamily="50" charset="-127"/>
                </a:endParaRPr>
              </a:p>
            </p:txBody>
          </p:sp>
          <p:cxnSp>
            <p:nvCxnSpPr>
              <p:cNvPr id="43" name="직선 연결선 42"/>
              <p:cNvCxnSpPr/>
              <p:nvPr/>
            </p:nvCxnSpPr>
            <p:spPr>
              <a:xfrm>
                <a:off x="5794944" y="2079049"/>
                <a:ext cx="0" cy="79083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6" name="TextBox 65"/>
          <p:cNvSpPr txBox="1"/>
          <p:nvPr/>
        </p:nvSpPr>
        <p:spPr>
          <a:xfrm flipH="1">
            <a:off x="877042" y="2477020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 flipH="1">
            <a:off x="3798594" y="2704310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C</a:t>
            </a:r>
          </a:p>
        </p:txBody>
      </p:sp>
      <p:sp>
        <p:nvSpPr>
          <p:cNvPr id="68" name="TextBox 67"/>
          <p:cNvSpPr txBox="1"/>
          <p:nvPr/>
        </p:nvSpPr>
        <p:spPr>
          <a:xfrm flipH="1">
            <a:off x="2296056" y="2799489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B</a:t>
            </a:r>
          </a:p>
        </p:txBody>
      </p:sp>
      <p:grpSp>
        <p:nvGrpSpPr>
          <p:cNvPr id="64" name="그룹 63"/>
          <p:cNvGrpSpPr/>
          <p:nvPr/>
        </p:nvGrpSpPr>
        <p:grpSpPr>
          <a:xfrm rot="5400000">
            <a:off x="-280215" y="3253737"/>
            <a:ext cx="1444816" cy="388358"/>
            <a:chOff x="4011685" y="3992394"/>
            <a:chExt cx="1444816" cy="388358"/>
          </a:xfrm>
        </p:grpSpPr>
        <p:sp>
          <p:nvSpPr>
            <p:cNvPr id="70" name="Line 16 1 3 1 4"/>
            <p:cNvSpPr/>
            <p:nvPr/>
          </p:nvSpPr>
          <p:spPr>
            <a:xfrm rot="10800000" flipH="1">
              <a:off x="4011689" y="4176357"/>
              <a:ext cx="1444811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1" name="Line 16 1 3 1 4"/>
            <p:cNvSpPr/>
            <p:nvPr/>
          </p:nvSpPr>
          <p:spPr>
            <a:xfrm rot="10800000" flipH="1">
              <a:off x="4011685" y="4023949"/>
              <a:ext cx="0" cy="300801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2" name="Line 16 1 3 1 4"/>
            <p:cNvSpPr/>
            <p:nvPr/>
          </p:nvSpPr>
          <p:spPr>
            <a:xfrm rot="10800000" flipH="1">
              <a:off x="5456501" y="4023950"/>
              <a:ext cx="0" cy="30079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3" name="TextBox 72"/>
            <p:cNvSpPr txBox="1"/>
            <p:nvPr/>
          </p:nvSpPr>
          <p:spPr>
            <a:xfrm rot="16200000">
              <a:off x="4620252" y="3955740"/>
              <a:ext cx="388358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</a:rPr>
                <a:t>3m</a:t>
              </a:r>
            </a:p>
          </p:txBody>
        </p:sp>
      </p:grpSp>
      <p:grpSp>
        <p:nvGrpSpPr>
          <p:cNvPr id="74" name="그룹 73"/>
          <p:cNvGrpSpPr/>
          <p:nvPr/>
        </p:nvGrpSpPr>
        <p:grpSpPr>
          <a:xfrm rot="10800000">
            <a:off x="997768" y="4281576"/>
            <a:ext cx="1444816" cy="461665"/>
            <a:chOff x="4011685" y="3863407"/>
            <a:chExt cx="1444816" cy="461665"/>
          </a:xfrm>
        </p:grpSpPr>
        <p:sp>
          <p:nvSpPr>
            <p:cNvPr id="75" name="Line 16 1 3 1 4"/>
            <p:cNvSpPr/>
            <p:nvPr/>
          </p:nvSpPr>
          <p:spPr>
            <a:xfrm rot="10800000" flipH="1">
              <a:off x="4011689" y="4176357"/>
              <a:ext cx="1444811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6" name="Line 16 1 3 1 4"/>
            <p:cNvSpPr/>
            <p:nvPr/>
          </p:nvSpPr>
          <p:spPr>
            <a:xfrm rot="10800000" flipH="1">
              <a:off x="4011685" y="4023949"/>
              <a:ext cx="0" cy="300801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7" name="Line 16 1 3 1 4"/>
            <p:cNvSpPr/>
            <p:nvPr/>
          </p:nvSpPr>
          <p:spPr>
            <a:xfrm rot="10800000" flipH="1">
              <a:off x="5456501" y="4023950"/>
              <a:ext cx="0" cy="30079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8" name="TextBox 77"/>
            <p:cNvSpPr txBox="1"/>
            <p:nvPr/>
          </p:nvSpPr>
          <p:spPr>
            <a:xfrm rot="10800000">
              <a:off x="4527918" y="3863407"/>
              <a:ext cx="388358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</a:rPr>
                <a:t>3m</a:t>
              </a:r>
            </a:p>
          </p:txBody>
        </p:sp>
      </p:grpSp>
      <p:grpSp>
        <p:nvGrpSpPr>
          <p:cNvPr id="79" name="그룹 78"/>
          <p:cNvGrpSpPr/>
          <p:nvPr/>
        </p:nvGrpSpPr>
        <p:grpSpPr>
          <a:xfrm rot="10800000">
            <a:off x="2442580" y="2910515"/>
            <a:ext cx="1444815" cy="1830879"/>
            <a:chOff x="4011685" y="3863407"/>
            <a:chExt cx="1444815" cy="1830879"/>
          </a:xfrm>
        </p:grpSpPr>
        <p:sp>
          <p:nvSpPr>
            <p:cNvPr id="80" name="Line 16 1 3 1 4"/>
            <p:cNvSpPr/>
            <p:nvPr/>
          </p:nvSpPr>
          <p:spPr>
            <a:xfrm rot="10800000" flipH="1">
              <a:off x="4011689" y="4176357"/>
              <a:ext cx="1444811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1" name="Line 16 1 3 1 4"/>
            <p:cNvSpPr/>
            <p:nvPr/>
          </p:nvSpPr>
          <p:spPr>
            <a:xfrm rot="10800000" flipH="1">
              <a:off x="4011685" y="4023948"/>
              <a:ext cx="0" cy="1670338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3" name="TextBox 82"/>
            <p:cNvSpPr txBox="1"/>
            <p:nvPr/>
          </p:nvSpPr>
          <p:spPr>
            <a:xfrm rot="10800000">
              <a:off x="4527918" y="3863407"/>
              <a:ext cx="388358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</a:rPr>
                <a:t>3m</a:t>
              </a:r>
            </a:p>
          </p:txBody>
        </p:sp>
      </p:grpSp>
      <p:sp>
        <p:nvSpPr>
          <p:cNvPr id="84" name="Line 16 1 3 1 4"/>
          <p:cNvSpPr/>
          <p:nvPr/>
        </p:nvSpPr>
        <p:spPr>
          <a:xfrm rot="10800000" flipV="1">
            <a:off x="997768" y="2741302"/>
            <a:ext cx="1444812" cy="1429022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5" name="그룹 4"/>
          <p:cNvGrpSpPr/>
          <p:nvPr/>
        </p:nvGrpSpPr>
        <p:grpSpPr>
          <a:xfrm rot="5400000">
            <a:off x="681076" y="4028127"/>
            <a:ext cx="375743" cy="284384"/>
            <a:chOff x="3671411" y="2965446"/>
            <a:chExt cx="375743" cy="284384"/>
          </a:xfrm>
        </p:grpSpPr>
        <p:sp>
          <p:nvSpPr>
            <p:cNvPr id="12" name="타원 11"/>
            <p:cNvSpPr/>
            <p:nvPr/>
          </p:nvSpPr>
          <p:spPr>
            <a:xfrm>
              <a:off x="3792236" y="2965446"/>
              <a:ext cx="134096" cy="1340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</a:endParaRPr>
            </a:p>
          </p:txBody>
        </p:sp>
        <p:grpSp>
          <p:nvGrpSpPr>
            <p:cNvPr id="27" name="그룹 26"/>
            <p:cNvGrpSpPr/>
            <p:nvPr/>
          </p:nvGrpSpPr>
          <p:grpSpPr>
            <a:xfrm rot="5400000">
              <a:off x="3784139" y="2986815"/>
              <a:ext cx="150287" cy="375743"/>
              <a:chOff x="5794944" y="2079049"/>
              <a:chExt cx="630570" cy="790833"/>
            </a:xfrm>
          </p:grpSpPr>
          <p:sp>
            <p:nvSpPr>
              <p:cNvPr id="28" name="직사각형 27"/>
              <p:cNvSpPr/>
              <p:nvPr/>
            </p:nvSpPr>
            <p:spPr>
              <a:xfrm>
                <a:off x="5794944" y="2079049"/>
                <a:ext cx="630570" cy="790833"/>
              </a:xfrm>
              <a:prstGeom prst="rect">
                <a:avLst/>
              </a:pr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KoPubWorld바탕체_Pro Light" panose="00000300000000000000" pitchFamily="50" charset="-127"/>
                </a:endParaRPr>
              </a:p>
            </p:txBody>
          </p:sp>
          <p:cxnSp>
            <p:nvCxnSpPr>
              <p:cNvPr id="29" name="직선 연결선 28"/>
              <p:cNvCxnSpPr/>
              <p:nvPr/>
            </p:nvCxnSpPr>
            <p:spPr>
              <a:xfrm>
                <a:off x="5794944" y="2079049"/>
                <a:ext cx="0" cy="79083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6" name="Line 16 1 3 1 4"/>
          <p:cNvSpPr/>
          <p:nvPr/>
        </p:nvSpPr>
        <p:spPr>
          <a:xfrm rot="10800000" flipV="1">
            <a:off x="2412579" y="2747630"/>
            <a:ext cx="1444812" cy="1429022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8" name="타원 87"/>
          <p:cNvSpPr/>
          <p:nvPr/>
        </p:nvSpPr>
        <p:spPr>
          <a:xfrm rot="5400000">
            <a:off x="2388999" y="4125928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89" name="타원 88"/>
          <p:cNvSpPr/>
          <p:nvPr/>
        </p:nvSpPr>
        <p:spPr>
          <a:xfrm rot="5400000">
            <a:off x="2380761" y="2696662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90" name="타원 89"/>
          <p:cNvSpPr/>
          <p:nvPr/>
        </p:nvSpPr>
        <p:spPr>
          <a:xfrm rot="5400000">
            <a:off x="3818261" y="2694605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3854261" y="2306685"/>
            <a:ext cx="4796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8kN</a:t>
            </a:r>
          </a:p>
        </p:txBody>
      </p:sp>
      <p:sp>
        <p:nvSpPr>
          <p:cNvPr id="92" name="Line 16 1 3 1 4"/>
          <p:cNvSpPr/>
          <p:nvPr/>
        </p:nvSpPr>
        <p:spPr>
          <a:xfrm rot="10800000" flipH="1">
            <a:off x="3887390" y="2286613"/>
            <a:ext cx="0" cy="414090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3" name="TextBox 92"/>
          <p:cNvSpPr txBox="1"/>
          <p:nvPr/>
        </p:nvSpPr>
        <p:spPr>
          <a:xfrm>
            <a:off x="2409445" y="2308343"/>
            <a:ext cx="4796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8kN</a:t>
            </a:r>
          </a:p>
        </p:txBody>
      </p:sp>
      <p:sp>
        <p:nvSpPr>
          <p:cNvPr id="94" name="Line 16 1 3 1 4"/>
          <p:cNvSpPr/>
          <p:nvPr/>
        </p:nvSpPr>
        <p:spPr>
          <a:xfrm rot="10800000" flipH="1">
            <a:off x="2442574" y="2294449"/>
            <a:ext cx="0" cy="414090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5" name="TextBox 94"/>
          <p:cNvSpPr txBox="1"/>
          <p:nvPr/>
        </p:nvSpPr>
        <p:spPr>
          <a:xfrm flipH="1">
            <a:off x="943412" y="4178318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D</a:t>
            </a:r>
          </a:p>
        </p:txBody>
      </p:sp>
      <p:sp>
        <p:nvSpPr>
          <p:cNvPr id="96" name="TextBox 95"/>
          <p:cNvSpPr txBox="1"/>
          <p:nvPr/>
        </p:nvSpPr>
        <p:spPr>
          <a:xfrm flipH="1">
            <a:off x="2375204" y="4178436"/>
            <a:ext cx="276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E</a:t>
            </a:r>
          </a:p>
        </p:txBody>
      </p:sp>
      <p:grpSp>
        <p:nvGrpSpPr>
          <p:cNvPr id="97" name="그룹 96"/>
          <p:cNvGrpSpPr/>
          <p:nvPr/>
        </p:nvGrpSpPr>
        <p:grpSpPr>
          <a:xfrm>
            <a:off x="6158041" y="4215287"/>
            <a:ext cx="375743" cy="284386"/>
            <a:chOff x="7265959" y="2965446"/>
            <a:chExt cx="375743" cy="284386"/>
          </a:xfrm>
        </p:grpSpPr>
        <p:sp>
          <p:nvSpPr>
            <p:cNvPr id="98" name="이등변 삼각형 97"/>
            <p:cNvSpPr/>
            <p:nvPr/>
          </p:nvSpPr>
          <p:spPr>
            <a:xfrm>
              <a:off x="7383140" y="2965446"/>
              <a:ext cx="152287" cy="134096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99" name="그룹 98"/>
            <p:cNvGrpSpPr/>
            <p:nvPr/>
          </p:nvGrpSpPr>
          <p:grpSpPr>
            <a:xfrm rot="5400000">
              <a:off x="7378686" y="2986816"/>
              <a:ext cx="150289" cy="375743"/>
              <a:chOff x="5794944" y="2079049"/>
              <a:chExt cx="630570" cy="790833"/>
            </a:xfrm>
          </p:grpSpPr>
          <p:sp>
            <p:nvSpPr>
              <p:cNvPr id="100" name="직사각형 99"/>
              <p:cNvSpPr/>
              <p:nvPr/>
            </p:nvSpPr>
            <p:spPr>
              <a:xfrm>
                <a:off x="5794944" y="2079049"/>
                <a:ext cx="630570" cy="790833"/>
              </a:xfrm>
              <a:prstGeom prst="rect">
                <a:avLst/>
              </a:pr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01" name="직선 연결선 100"/>
              <p:cNvCxnSpPr/>
              <p:nvPr/>
            </p:nvCxnSpPr>
            <p:spPr>
              <a:xfrm>
                <a:off x="5794944" y="2079049"/>
                <a:ext cx="0" cy="79083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2" name="그룹 101"/>
          <p:cNvGrpSpPr/>
          <p:nvPr/>
        </p:nvGrpSpPr>
        <p:grpSpPr>
          <a:xfrm>
            <a:off x="8616557" y="4207191"/>
            <a:ext cx="375743" cy="284384"/>
            <a:chOff x="3671411" y="2965446"/>
            <a:chExt cx="375743" cy="284384"/>
          </a:xfrm>
        </p:grpSpPr>
        <p:sp>
          <p:nvSpPr>
            <p:cNvPr id="103" name="타원 102"/>
            <p:cNvSpPr/>
            <p:nvPr/>
          </p:nvSpPr>
          <p:spPr>
            <a:xfrm>
              <a:off x="3792236" y="2965446"/>
              <a:ext cx="134096" cy="1340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04" name="그룹 103"/>
            <p:cNvGrpSpPr/>
            <p:nvPr/>
          </p:nvGrpSpPr>
          <p:grpSpPr>
            <a:xfrm rot="5400000">
              <a:off x="3784139" y="2986815"/>
              <a:ext cx="150287" cy="375743"/>
              <a:chOff x="5794944" y="2079049"/>
              <a:chExt cx="630570" cy="790833"/>
            </a:xfrm>
          </p:grpSpPr>
          <p:sp>
            <p:nvSpPr>
              <p:cNvPr id="105" name="직사각형 104"/>
              <p:cNvSpPr/>
              <p:nvPr/>
            </p:nvSpPr>
            <p:spPr>
              <a:xfrm>
                <a:off x="5794944" y="2079049"/>
                <a:ext cx="630570" cy="790833"/>
              </a:xfrm>
              <a:prstGeom prst="rect">
                <a:avLst/>
              </a:pr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06" name="직선 연결선 105"/>
              <p:cNvCxnSpPr/>
              <p:nvPr/>
            </p:nvCxnSpPr>
            <p:spPr>
              <a:xfrm>
                <a:off x="5794944" y="2079049"/>
                <a:ext cx="0" cy="79083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0" name="Line 16 1 3 1 4"/>
          <p:cNvSpPr/>
          <p:nvPr/>
        </p:nvSpPr>
        <p:spPr>
          <a:xfrm rot="18000000" flipH="1">
            <a:off x="7284783" y="3704341"/>
            <a:ext cx="1234800" cy="0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1" name="Line 16 1 3 1 4"/>
          <p:cNvSpPr/>
          <p:nvPr/>
        </p:nvSpPr>
        <p:spPr>
          <a:xfrm rot="3600000">
            <a:off x="6682639" y="3672507"/>
            <a:ext cx="1234800" cy="0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2" name="Line 16 1 3 1 4"/>
          <p:cNvSpPr/>
          <p:nvPr/>
        </p:nvSpPr>
        <p:spPr>
          <a:xfrm rot="10800000">
            <a:off x="6976083" y="3169655"/>
            <a:ext cx="1234800" cy="0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113" name="그룹 112"/>
          <p:cNvGrpSpPr/>
          <p:nvPr/>
        </p:nvGrpSpPr>
        <p:grpSpPr>
          <a:xfrm rot="10800000">
            <a:off x="6345912" y="4547311"/>
            <a:ext cx="1262827" cy="300801"/>
            <a:chOff x="4011685" y="4023949"/>
            <a:chExt cx="1444816" cy="300801"/>
          </a:xfrm>
        </p:grpSpPr>
        <p:sp>
          <p:nvSpPr>
            <p:cNvPr id="114" name="Line 16 1 3 1 4"/>
            <p:cNvSpPr/>
            <p:nvPr/>
          </p:nvSpPr>
          <p:spPr>
            <a:xfrm rot="10800000" flipH="1">
              <a:off x="4011689" y="4176357"/>
              <a:ext cx="1444811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5" name="Line 16 1 3 1 4"/>
            <p:cNvSpPr/>
            <p:nvPr/>
          </p:nvSpPr>
          <p:spPr>
            <a:xfrm rot="10800000" flipH="1">
              <a:off x="4011685" y="4023949"/>
              <a:ext cx="0" cy="300801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6" name="Line 16 1 3 1 4"/>
            <p:cNvSpPr/>
            <p:nvPr/>
          </p:nvSpPr>
          <p:spPr>
            <a:xfrm rot="10800000" flipH="1">
              <a:off x="5456501" y="4023950"/>
              <a:ext cx="0" cy="30079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7" name="TextBox 116"/>
            <p:cNvSpPr txBox="1"/>
            <p:nvPr/>
          </p:nvSpPr>
          <p:spPr>
            <a:xfrm rot="10800000">
              <a:off x="4483001" y="4041495"/>
              <a:ext cx="455853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ea typeface="KoPubWorld바탕체_Pro Light" panose="00000300000000000000" pitchFamily="50" charset="-127"/>
                  <a:cs typeface="Times New Roman" panose="02020603050405020304" pitchFamily="18" charset="0"/>
                </a:rPr>
                <a:t>5m</a:t>
              </a:r>
            </a:p>
          </p:txBody>
        </p:sp>
      </p:grpSp>
      <p:grpSp>
        <p:nvGrpSpPr>
          <p:cNvPr id="118" name="그룹 117"/>
          <p:cNvGrpSpPr/>
          <p:nvPr/>
        </p:nvGrpSpPr>
        <p:grpSpPr>
          <a:xfrm rot="10800000">
            <a:off x="7626265" y="4545142"/>
            <a:ext cx="1182492" cy="277000"/>
            <a:chOff x="4438467" y="4048073"/>
            <a:chExt cx="1182492" cy="277000"/>
          </a:xfrm>
        </p:grpSpPr>
        <p:sp>
          <p:nvSpPr>
            <p:cNvPr id="119" name="Line 16 1 3 1 4"/>
            <p:cNvSpPr/>
            <p:nvPr/>
          </p:nvSpPr>
          <p:spPr>
            <a:xfrm rot="10800000" flipH="1">
              <a:off x="4438468" y="4176357"/>
              <a:ext cx="1182491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0" name="Line 16 1 3 1 4"/>
            <p:cNvSpPr/>
            <p:nvPr/>
          </p:nvSpPr>
          <p:spPr>
            <a:xfrm rot="10800000" flipH="1">
              <a:off x="4438467" y="4062056"/>
              <a:ext cx="0" cy="263017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1" name="TextBox 120"/>
            <p:cNvSpPr txBox="1"/>
            <p:nvPr/>
          </p:nvSpPr>
          <p:spPr>
            <a:xfrm rot="10800000">
              <a:off x="4843680" y="4048073"/>
              <a:ext cx="388358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ea typeface="KoPubWorld바탕체_Pro Light" panose="00000300000000000000" pitchFamily="50" charset="-127"/>
                  <a:cs typeface="Times New Roman" panose="02020603050405020304" pitchFamily="18" charset="0"/>
                </a:rPr>
                <a:t>5m</a:t>
              </a:r>
            </a:p>
          </p:txBody>
        </p:sp>
      </p:grpSp>
      <p:sp>
        <p:nvSpPr>
          <p:cNvPr id="122" name="Line 16 1 3 1 4"/>
          <p:cNvSpPr/>
          <p:nvPr/>
        </p:nvSpPr>
        <p:spPr>
          <a:xfrm rot="5400000" flipH="1">
            <a:off x="7815781" y="1899157"/>
            <a:ext cx="0" cy="414090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3" name="타원 122"/>
          <p:cNvSpPr/>
          <p:nvPr/>
        </p:nvSpPr>
        <p:spPr>
          <a:xfrm rot="5400000">
            <a:off x="6950678" y="3123299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타원 123"/>
          <p:cNvSpPr/>
          <p:nvPr/>
        </p:nvSpPr>
        <p:spPr>
          <a:xfrm rot="5400000">
            <a:off x="8168781" y="3130977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타원 124"/>
          <p:cNvSpPr/>
          <p:nvPr/>
        </p:nvSpPr>
        <p:spPr>
          <a:xfrm rot="5400000">
            <a:off x="7577822" y="4191194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타원 125"/>
          <p:cNvSpPr/>
          <p:nvPr/>
        </p:nvSpPr>
        <p:spPr>
          <a:xfrm rot="5400000">
            <a:off x="7559186" y="2074043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7881342" y="2130165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20kN</a:t>
            </a:r>
          </a:p>
        </p:txBody>
      </p:sp>
      <p:sp>
        <p:nvSpPr>
          <p:cNvPr id="128" name="TextBox 127"/>
          <p:cNvSpPr txBox="1"/>
          <p:nvPr/>
        </p:nvSpPr>
        <p:spPr>
          <a:xfrm flipH="1">
            <a:off x="6134497" y="3997887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29" name="TextBox 128"/>
          <p:cNvSpPr txBox="1"/>
          <p:nvPr/>
        </p:nvSpPr>
        <p:spPr>
          <a:xfrm flipH="1">
            <a:off x="7515069" y="4227803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30" name="TextBox 129"/>
          <p:cNvSpPr txBox="1"/>
          <p:nvPr/>
        </p:nvSpPr>
        <p:spPr>
          <a:xfrm flipH="1">
            <a:off x="8759052" y="3971201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31" name="TextBox 130"/>
          <p:cNvSpPr txBox="1"/>
          <p:nvPr/>
        </p:nvSpPr>
        <p:spPr>
          <a:xfrm flipH="1">
            <a:off x="6718810" y="2951823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132" name="TextBox 131"/>
          <p:cNvSpPr txBox="1"/>
          <p:nvPr/>
        </p:nvSpPr>
        <p:spPr>
          <a:xfrm flipH="1">
            <a:off x="8144395" y="2936982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133" name="TextBox 132"/>
          <p:cNvSpPr txBox="1"/>
          <p:nvPr/>
        </p:nvSpPr>
        <p:spPr>
          <a:xfrm flipH="1">
            <a:off x="7262837" y="1971341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135" name="타원 134"/>
          <p:cNvSpPr/>
          <p:nvPr/>
        </p:nvSpPr>
        <p:spPr>
          <a:xfrm rot="5400000">
            <a:off x="3819357" y="4129796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136" name="TextBox 135"/>
          <p:cNvSpPr txBox="1"/>
          <p:nvPr/>
        </p:nvSpPr>
        <p:spPr>
          <a:xfrm flipH="1">
            <a:off x="3824632" y="4139432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2862564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Line 16 1 3 1 4">
            <a:extLst>
              <a:ext uri="{FF2B5EF4-FFF2-40B4-BE49-F238E27FC236}">
                <a16:creationId xmlns:a16="http://schemas.microsoft.com/office/drawing/2014/main" id="{CD70AD19-406B-44AF-AF35-167796F2F3E4}"/>
              </a:ext>
            </a:extLst>
          </p:cNvPr>
          <p:cNvSpPr/>
          <p:nvPr/>
        </p:nvSpPr>
        <p:spPr>
          <a:xfrm rot="10800000">
            <a:off x="3876783" y="2741302"/>
            <a:ext cx="0" cy="1417934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5" name="Line 16 1 3 1 4">
            <a:extLst>
              <a:ext uri="{FF2B5EF4-FFF2-40B4-BE49-F238E27FC236}">
                <a16:creationId xmlns:a16="http://schemas.microsoft.com/office/drawing/2014/main" id="{9142BC63-F814-4811-95BA-670C3FB59F19}"/>
              </a:ext>
            </a:extLst>
          </p:cNvPr>
          <p:cNvSpPr/>
          <p:nvPr/>
        </p:nvSpPr>
        <p:spPr>
          <a:xfrm rot="10800000">
            <a:off x="2431970" y="4179969"/>
            <a:ext cx="1444813" cy="0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4" name="Line 16 1 3 1 4"/>
          <p:cNvSpPr/>
          <p:nvPr/>
        </p:nvSpPr>
        <p:spPr>
          <a:xfrm rot="10800000">
            <a:off x="1003949" y="2748779"/>
            <a:ext cx="0" cy="1449149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9" name="Line 16 1 3 1 4"/>
          <p:cNvSpPr/>
          <p:nvPr/>
        </p:nvSpPr>
        <p:spPr>
          <a:xfrm rot="18000000" flipH="1">
            <a:off x="5734986" y="3175494"/>
            <a:ext cx="2469423" cy="0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8" name="Line 16 1 3 1 4"/>
          <p:cNvSpPr/>
          <p:nvPr/>
        </p:nvSpPr>
        <p:spPr>
          <a:xfrm rot="3600000">
            <a:off x="6976041" y="3163972"/>
            <a:ext cx="2469423" cy="0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7" name="Line 16 1 3 1 4"/>
          <p:cNvSpPr/>
          <p:nvPr/>
        </p:nvSpPr>
        <p:spPr>
          <a:xfrm rot="10800000">
            <a:off x="6345912" y="4233263"/>
            <a:ext cx="2469423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7" name="Line 16 1 3 1 4"/>
          <p:cNvSpPr/>
          <p:nvPr/>
        </p:nvSpPr>
        <p:spPr>
          <a:xfrm rot="10800000">
            <a:off x="2425544" y="2733730"/>
            <a:ext cx="0" cy="1417934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5" name="Line 16 1 3 1 4"/>
          <p:cNvSpPr/>
          <p:nvPr/>
        </p:nvSpPr>
        <p:spPr>
          <a:xfrm rot="10800000">
            <a:off x="980731" y="4172397"/>
            <a:ext cx="1444813" cy="0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Line 16 1 3 1 4"/>
          <p:cNvSpPr/>
          <p:nvPr/>
        </p:nvSpPr>
        <p:spPr>
          <a:xfrm rot="10800000">
            <a:off x="944092" y="2728797"/>
            <a:ext cx="2943298" cy="0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6" name="그룹 5"/>
          <p:cNvGrpSpPr/>
          <p:nvPr/>
        </p:nvGrpSpPr>
        <p:grpSpPr>
          <a:xfrm rot="5400000">
            <a:off x="681076" y="2580449"/>
            <a:ext cx="375743" cy="284386"/>
            <a:chOff x="7265959" y="2965446"/>
            <a:chExt cx="375743" cy="284386"/>
          </a:xfrm>
        </p:grpSpPr>
        <p:sp>
          <p:nvSpPr>
            <p:cNvPr id="3" name="이등변 삼각형 2"/>
            <p:cNvSpPr/>
            <p:nvPr/>
          </p:nvSpPr>
          <p:spPr>
            <a:xfrm>
              <a:off x="7383140" y="2965446"/>
              <a:ext cx="152287" cy="134096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1" name="그룹 40"/>
            <p:cNvGrpSpPr/>
            <p:nvPr/>
          </p:nvGrpSpPr>
          <p:grpSpPr>
            <a:xfrm rot="5400000">
              <a:off x="7378686" y="2986816"/>
              <a:ext cx="150289" cy="375743"/>
              <a:chOff x="5794944" y="2079049"/>
              <a:chExt cx="630570" cy="790833"/>
            </a:xfrm>
          </p:grpSpPr>
          <p:sp>
            <p:nvSpPr>
              <p:cNvPr id="42" name="직사각형 41"/>
              <p:cNvSpPr/>
              <p:nvPr/>
            </p:nvSpPr>
            <p:spPr>
              <a:xfrm>
                <a:off x="5794944" y="2079049"/>
                <a:ext cx="630570" cy="790833"/>
              </a:xfrm>
              <a:prstGeom prst="rect">
                <a:avLst/>
              </a:pr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3" name="직선 연결선 42"/>
              <p:cNvCxnSpPr/>
              <p:nvPr/>
            </p:nvCxnSpPr>
            <p:spPr>
              <a:xfrm>
                <a:off x="5794944" y="2079049"/>
                <a:ext cx="0" cy="79083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6" name="TextBox 65"/>
          <p:cNvSpPr txBox="1"/>
          <p:nvPr/>
        </p:nvSpPr>
        <p:spPr>
          <a:xfrm flipH="1">
            <a:off x="877042" y="2477020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 flipH="1">
            <a:off x="3860740" y="2704310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68" name="TextBox 67"/>
          <p:cNvSpPr txBox="1"/>
          <p:nvPr/>
        </p:nvSpPr>
        <p:spPr>
          <a:xfrm flipH="1">
            <a:off x="2134263" y="2468818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B</a:t>
            </a:r>
          </a:p>
        </p:txBody>
      </p:sp>
      <p:grpSp>
        <p:nvGrpSpPr>
          <p:cNvPr id="64" name="그룹 63"/>
          <p:cNvGrpSpPr/>
          <p:nvPr/>
        </p:nvGrpSpPr>
        <p:grpSpPr>
          <a:xfrm rot="5400000">
            <a:off x="-235024" y="3208546"/>
            <a:ext cx="1444816" cy="478740"/>
            <a:chOff x="4011685" y="3902012"/>
            <a:chExt cx="1444816" cy="478740"/>
          </a:xfrm>
        </p:grpSpPr>
        <p:sp>
          <p:nvSpPr>
            <p:cNvPr id="70" name="Line 16 1 3 1 4"/>
            <p:cNvSpPr/>
            <p:nvPr/>
          </p:nvSpPr>
          <p:spPr>
            <a:xfrm rot="10800000" flipH="1">
              <a:off x="4011689" y="4176357"/>
              <a:ext cx="1444811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1" name="Line 16 1 3 1 4"/>
            <p:cNvSpPr/>
            <p:nvPr/>
          </p:nvSpPr>
          <p:spPr>
            <a:xfrm rot="10800000" flipH="1">
              <a:off x="4011685" y="4023949"/>
              <a:ext cx="0" cy="300801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2" name="Line 16 1 3 1 4"/>
            <p:cNvSpPr/>
            <p:nvPr/>
          </p:nvSpPr>
          <p:spPr>
            <a:xfrm rot="10800000" flipH="1">
              <a:off x="5456501" y="4023950"/>
              <a:ext cx="0" cy="30079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3" name="TextBox 72"/>
            <p:cNvSpPr txBox="1"/>
            <p:nvPr/>
          </p:nvSpPr>
          <p:spPr>
            <a:xfrm rot="16200000">
              <a:off x="4482736" y="4002882"/>
              <a:ext cx="478740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Times New Roman" panose="02020603050405020304" pitchFamily="18" charset="0"/>
                  <a:ea typeface="KoPubWorld바탕체_Pro Light" panose="00000300000000000000" pitchFamily="50" charset="-127"/>
                  <a:cs typeface="Times New Roman" panose="02020603050405020304" pitchFamily="18" charset="0"/>
                </a:rPr>
                <a:t>4m</a:t>
              </a:r>
              <a:endPara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4" name="그룹 73"/>
          <p:cNvGrpSpPr/>
          <p:nvPr/>
        </p:nvGrpSpPr>
        <p:grpSpPr>
          <a:xfrm rot="10800000">
            <a:off x="997768" y="4281576"/>
            <a:ext cx="1444816" cy="301123"/>
            <a:chOff x="4011685" y="4023949"/>
            <a:chExt cx="1444816" cy="301123"/>
          </a:xfrm>
        </p:grpSpPr>
        <p:sp>
          <p:nvSpPr>
            <p:cNvPr id="75" name="Line 16 1 3 1 4"/>
            <p:cNvSpPr/>
            <p:nvPr/>
          </p:nvSpPr>
          <p:spPr>
            <a:xfrm rot="10800000" flipH="1">
              <a:off x="4011689" y="4176357"/>
              <a:ext cx="1444811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6" name="Line 16 1 3 1 4"/>
            <p:cNvSpPr/>
            <p:nvPr/>
          </p:nvSpPr>
          <p:spPr>
            <a:xfrm rot="10800000" flipH="1">
              <a:off x="4011685" y="4023949"/>
              <a:ext cx="0" cy="300801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7" name="Line 16 1 3 1 4"/>
            <p:cNvSpPr/>
            <p:nvPr/>
          </p:nvSpPr>
          <p:spPr>
            <a:xfrm rot="10800000" flipH="1">
              <a:off x="5456501" y="4023950"/>
              <a:ext cx="0" cy="30079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8" name="TextBox 77"/>
            <p:cNvSpPr txBox="1"/>
            <p:nvPr/>
          </p:nvSpPr>
          <p:spPr>
            <a:xfrm rot="10800000">
              <a:off x="4416904" y="4048073"/>
              <a:ext cx="499373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Times New Roman" panose="02020603050405020304" pitchFamily="18" charset="0"/>
                  <a:ea typeface="KoPubWorld바탕체_Pro Light" panose="00000300000000000000" pitchFamily="50" charset="-127"/>
                  <a:cs typeface="Times New Roman" panose="02020603050405020304" pitchFamily="18" charset="0"/>
                </a:rPr>
                <a:t>3m</a:t>
              </a:r>
              <a:endPara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9" name="그룹 78"/>
          <p:cNvGrpSpPr/>
          <p:nvPr/>
        </p:nvGrpSpPr>
        <p:grpSpPr>
          <a:xfrm rot="10800000">
            <a:off x="2442580" y="4279729"/>
            <a:ext cx="1444815" cy="301123"/>
            <a:chOff x="4011685" y="4023949"/>
            <a:chExt cx="1444815" cy="301123"/>
          </a:xfrm>
        </p:grpSpPr>
        <p:sp>
          <p:nvSpPr>
            <p:cNvPr id="80" name="Line 16 1 3 1 4"/>
            <p:cNvSpPr/>
            <p:nvPr/>
          </p:nvSpPr>
          <p:spPr>
            <a:xfrm rot="10800000" flipH="1">
              <a:off x="4011689" y="4176357"/>
              <a:ext cx="1444811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1" name="Line 16 1 3 1 4"/>
            <p:cNvSpPr/>
            <p:nvPr/>
          </p:nvSpPr>
          <p:spPr>
            <a:xfrm rot="10800000" flipH="1">
              <a:off x="4011685" y="4023949"/>
              <a:ext cx="0" cy="299277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3" name="TextBox 82"/>
            <p:cNvSpPr txBox="1"/>
            <p:nvPr/>
          </p:nvSpPr>
          <p:spPr>
            <a:xfrm rot="10800000">
              <a:off x="4435320" y="4048073"/>
              <a:ext cx="480957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Times New Roman" panose="02020603050405020304" pitchFamily="18" charset="0"/>
                  <a:ea typeface="KoPubWorld바탕체_Pro Light" panose="00000300000000000000" pitchFamily="50" charset="-127"/>
                  <a:cs typeface="Times New Roman" panose="02020603050405020304" pitchFamily="18" charset="0"/>
                </a:rPr>
                <a:t>3m</a:t>
              </a:r>
              <a:endParaRPr lang="en-US" sz="1200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84" name="Line 16 1 3 1 4"/>
          <p:cNvSpPr/>
          <p:nvPr/>
        </p:nvSpPr>
        <p:spPr>
          <a:xfrm rot="10800000" flipV="1">
            <a:off x="997768" y="2741302"/>
            <a:ext cx="1444812" cy="1429022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5" name="그룹 4"/>
          <p:cNvGrpSpPr/>
          <p:nvPr/>
        </p:nvGrpSpPr>
        <p:grpSpPr>
          <a:xfrm rot="5400000">
            <a:off x="681076" y="4028127"/>
            <a:ext cx="375743" cy="284384"/>
            <a:chOff x="3671411" y="2965446"/>
            <a:chExt cx="375743" cy="284384"/>
          </a:xfrm>
        </p:grpSpPr>
        <p:sp>
          <p:nvSpPr>
            <p:cNvPr id="12" name="타원 11"/>
            <p:cNvSpPr/>
            <p:nvPr/>
          </p:nvSpPr>
          <p:spPr>
            <a:xfrm>
              <a:off x="3792236" y="2965446"/>
              <a:ext cx="134096" cy="1340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7" name="그룹 26"/>
            <p:cNvGrpSpPr/>
            <p:nvPr/>
          </p:nvGrpSpPr>
          <p:grpSpPr>
            <a:xfrm rot="5400000">
              <a:off x="3784139" y="2986815"/>
              <a:ext cx="150287" cy="375743"/>
              <a:chOff x="5794944" y="2079049"/>
              <a:chExt cx="630570" cy="790833"/>
            </a:xfrm>
          </p:grpSpPr>
          <p:sp>
            <p:nvSpPr>
              <p:cNvPr id="28" name="직사각형 27"/>
              <p:cNvSpPr/>
              <p:nvPr/>
            </p:nvSpPr>
            <p:spPr>
              <a:xfrm>
                <a:off x="5794944" y="2079049"/>
                <a:ext cx="630570" cy="790833"/>
              </a:xfrm>
              <a:prstGeom prst="rect">
                <a:avLst/>
              </a:pr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9" name="직선 연결선 28"/>
              <p:cNvCxnSpPr/>
              <p:nvPr/>
            </p:nvCxnSpPr>
            <p:spPr>
              <a:xfrm>
                <a:off x="5794944" y="2079049"/>
                <a:ext cx="0" cy="79083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6" name="Line 16 1 3 1 4"/>
          <p:cNvSpPr/>
          <p:nvPr/>
        </p:nvSpPr>
        <p:spPr>
          <a:xfrm rot="10800000">
            <a:off x="2430777" y="2725508"/>
            <a:ext cx="1446003" cy="1465686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8" name="타원 87"/>
          <p:cNvSpPr/>
          <p:nvPr/>
        </p:nvSpPr>
        <p:spPr>
          <a:xfrm rot="5400000">
            <a:off x="2388999" y="4125928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타원 88"/>
          <p:cNvSpPr/>
          <p:nvPr/>
        </p:nvSpPr>
        <p:spPr>
          <a:xfrm rot="5400000">
            <a:off x="2380761" y="2696662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타원 89"/>
          <p:cNvSpPr/>
          <p:nvPr/>
        </p:nvSpPr>
        <p:spPr>
          <a:xfrm rot="5400000">
            <a:off x="3818261" y="2694605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3854261" y="2306685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20kN</a:t>
            </a:r>
            <a:endParaRPr lang="en-US" sz="1200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92" name="Line 16 1 3 1 4"/>
          <p:cNvSpPr/>
          <p:nvPr/>
        </p:nvSpPr>
        <p:spPr>
          <a:xfrm rot="10800000" flipH="1">
            <a:off x="3887390" y="2286613"/>
            <a:ext cx="0" cy="414090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3" name="TextBox 92"/>
          <p:cNvSpPr txBox="1"/>
          <p:nvPr/>
        </p:nvSpPr>
        <p:spPr>
          <a:xfrm>
            <a:off x="2409445" y="2308343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20kN</a:t>
            </a:r>
            <a:endParaRPr lang="en-US" sz="1200" dirty="0">
              <a:latin typeface="Times New Roman" panose="02020603050405020304" pitchFamily="18" charset="0"/>
              <a:ea typeface="KoPubWorld바탕체_Pro Light" panose="00000300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94" name="Line 16 1 3 1 4"/>
          <p:cNvSpPr/>
          <p:nvPr/>
        </p:nvSpPr>
        <p:spPr>
          <a:xfrm rot="10800000" flipH="1">
            <a:off x="2442574" y="2294449"/>
            <a:ext cx="0" cy="414090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5" name="TextBox 94"/>
          <p:cNvSpPr txBox="1"/>
          <p:nvPr/>
        </p:nvSpPr>
        <p:spPr>
          <a:xfrm flipH="1">
            <a:off x="943412" y="4178318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96" name="TextBox 95"/>
          <p:cNvSpPr txBox="1"/>
          <p:nvPr/>
        </p:nvSpPr>
        <p:spPr>
          <a:xfrm flipH="1">
            <a:off x="2375204" y="417843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E</a:t>
            </a:r>
          </a:p>
        </p:txBody>
      </p:sp>
      <p:grpSp>
        <p:nvGrpSpPr>
          <p:cNvPr id="97" name="그룹 96"/>
          <p:cNvGrpSpPr/>
          <p:nvPr/>
        </p:nvGrpSpPr>
        <p:grpSpPr>
          <a:xfrm>
            <a:off x="6158041" y="4215287"/>
            <a:ext cx="375743" cy="284386"/>
            <a:chOff x="7265959" y="2965446"/>
            <a:chExt cx="375743" cy="284386"/>
          </a:xfrm>
        </p:grpSpPr>
        <p:sp>
          <p:nvSpPr>
            <p:cNvPr id="98" name="이등변 삼각형 97"/>
            <p:cNvSpPr/>
            <p:nvPr/>
          </p:nvSpPr>
          <p:spPr>
            <a:xfrm>
              <a:off x="7383140" y="2965446"/>
              <a:ext cx="152287" cy="134096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grpSp>
          <p:nvGrpSpPr>
            <p:cNvPr id="99" name="그룹 98"/>
            <p:cNvGrpSpPr/>
            <p:nvPr/>
          </p:nvGrpSpPr>
          <p:grpSpPr>
            <a:xfrm rot="5400000">
              <a:off x="7378686" y="2986816"/>
              <a:ext cx="150289" cy="375743"/>
              <a:chOff x="5794944" y="2079049"/>
              <a:chExt cx="630570" cy="790833"/>
            </a:xfrm>
          </p:grpSpPr>
          <p:sp>
            <p:nvSpPr>
              <p:cNvPr id="100" name="직사각형 99"/>
              <p:cNvSpPr/>
              <p:nvPr/>
            </p:nvSpPr>
            <p:spPr>
              <a:xfrm>
                <a:off x="5794944" y="2079049"/>
                <a:ext cx="630570" cy="790833"/>
              </a:xfrm>
              <a:prstGeom prst="rect">
                <a:avLst/>
              </a:pr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KoPubWorld바탕체_Pro Light" panose="00000300000000000000" pitchFamily="50" charset="-127"/>
                  <a:cs typeface="KoPubWorld바탕체_Pro Light" panose="00000300000000000000" pitchFamily="50" charset="-127"/>
                </a:endParaRPr>
              </a:p>
            </p:txBody>
          </p:sp>
          <p:cxnSp>
            <p:nvCxnSpPr>
              <p:cNvPr id="101" name="직선 연결선 100"/>
              <p:cNvCxnSpPr/>
              <p:nvPr/>
            </p:nvCxnSpPr>
            <p:spPr>
              <a:xfrm>
                <a:off x="5794944" y="2079049"/>
                <a:ext cx="0" cy="79083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2" name="그룹 101"/>
          <p:cNvGrpSpPr/>
          <p:nvPr/>
        </p:nvGrpSpPr>
        <p:grpSpPr>
          <a:xfrm>
            <a:off x="8616557" y="4207191"/>
            <a:ext cx="375743" cy="284384"/>
            <a:chOff x="3671411" y="2965446"/>
            <a:chExt cx="375743" cy="284384"/>
          </a:xfrm>
        </p:grpSpPr>
        <p:sp>
          <p:nvSpPr>
            <p:cNvPr id="103" name="타원 102"/>
            <p:cNvSpPr/>
            <p:nvPr/>
          </p:nvSpPr>
          <p:spPr>
            <a:xfrm>
              <a:off x="3792236" y="2965446"/>
              <a:ext cx="134096" cy="1340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KoPubWorld바탕체_Pro Light" panose="00000300000000000000" pitchFamily="50" charset="-127"/>
                <a:cs typeface="KoPubWorld바탕체_Pro Light" panose="00000300000000000000" pitchFamily="50" charset="-127"/>
              </a:endParaRPr>
            </a:p>
          </p:txBody>
        </p:sp>
        <p:grpSp>
          <p:nvGrpSpPr>
            <p:cNvPr id="104" name="그룹 103"/>
            <p:cNvGrpSpPr/>
            <p:nvPr/>
          </p:nvGrpSpPr>
          <p:grpSpPr>
            <a:xfrm rot="5400000">
              <a:off x="3784139" y="2986815"/>
              <a:ext cx="150287" cy="375743"/>
              <a:chOff x="5794944" y="2079049"/>
              <a:chExt cx="630570" cy="790833"/>
            </a:xfrm>
          </p:grpSpPr>
          <p:sp>
            <p:nvSpPr>
              <p:cNvPr id="105" name="직사각형 104"/>
              <p:cNvSpPr/>
              <p:nvPr/>
            </p:nvSpPr>
            <p:spPr>
              <a:xfrm>
                <a:off x="5794944" y="2079049"/>
                <a:ext cx="630570" cy="790833"/>
              </a:xfrm>
              <a:prstGeom prst="rect">
                <a:avLst/>
              </a:pr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KoPubWorld바탕체_Pro Light" panose="00000300000000000000" pitchFamily="50" charset="-127"/>
                  <a:cs typeface="KoPubWorld바탕체_Pro Light" panose="00000300000000000000" pitchFamily="50" charset="-127"/>
                </a:endParaRPr>
              </a:p>
            </p:txBody>
          </p:sp>
          <p:cxnSp>
            <p:nvCxnSpPr>
              <p:cNvPr id="106" name="직선 연결선 105"/>
              <p:cNvCxnSpPr/>
              <p:nvPr/>
            </p:nvCxnSpPr>
            <p:spPr>
              <a:xfrm>
                <a:off x="5794944" y="2079049"/>
                <a:ext cx="0" cy="79083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0" name="Line 16 1 3 1 4"/>
          <p:cNvSpPr/>
          <p:nvPr/>
        </p:nvSpPr>
        <p:spPr>
          <a:xfrm rot="18000000" flipH="1">
            <a:off x="7284783" y="3704341"/>
            <a:ext cx="1234800" cy="0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1" name="Line 16 1 3 1 4"/>
          <p:cNvSpPr/>
          <p:nvPr/>
        </p:nvSpPr>
        <p:spPr>
          <a:xfrm rot="3600000">
            <a:off x="6682639" y="3672507"/>
            <a:ext cx="1234800" cy="0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2" name="Line 16 1 3 1 4"/>
          <p:cNvSpPr/>
          <p:nvPr/>
        </p:nvSpPr>
        <p:spPr>
          <a:xfrm rot="10800000">
            <a:off x="7600274" y="2100284"/>
            <a:ext cx="0" cy="2114569"/>
          </a:xfrm>
          <a:prstGeom prst="line">
            <a:avLst/>
          </a:prstGeom>
          <a:ln w="76200" cap="rnd">
            <a:solidFill>
              <a:schemeClr val="tx1">
                <a:lumMod val="65000"/>
                <a:lumOff val="3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113" name="그룹 112"/>
          <p:cNvGrpSpPr/>
          <p:nvPr/>
        </p:nvGrpSpPr>
        <p:grpSpPr>
          <a:xfrm rot="10800000">
            <a:off x="6345912" y="4547311"/>
            <a:ext cx="1262827" cy="467921"/>
            <a:chOff x="4011685" y="3856829"/>
            <a:chExt cx="1444816" cy="467921"/>
          </a:xfrm>
        </p:grpSpPr>
        <p:sp>
          <p:nvSpPr>
            <p:cNvPr id="114" name="Line 16 1 3 1 4"/>
            <p:cNvSpPr/>
            <p:nvPr/>
          </p:nvSpPr>
          <p:spPr>
            <a:xfrm rot="10800000" flipH="1">
              <a:off x="4011689" y="4176357"/>
              <a:ext cx="1444811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5" name="Line 16 1 3 1 4"/>
            <p:cNvSpPr/>
            <p:nvPr/>
          </p:nvSpPr>
          <p:spPr>
            <a:xfrm rot="10800000" flipH="1">
              <a:off x="4011685" y="4023949"/>
              <a:ext cx="0" cy="300801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6" name="Line 16 1 3 1 4"/>
            <p:cNvSpPr/>
            <p:nvPr/>
          </p:nvSpPr>
          <p:spPr>
            <a:xfrm rot="10800000" flipH="1">
              <a:off x="5456501" y="4023950"/>
              <a:ext cx="0" cy="30079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7" name="TextBox 116"/>
            <p:cNvSpPr txBox="1"/>
            <p:nvPr/>
          </p:nvSpPr>
          <p:spPr>
            <a:xfrm rot="10800000">
              <a:off x="4483001" y="3856829"/>
              <a:ext cx="509890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i="1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  <a:cs typeface="KoPubWorld바탕체_Pro Light" panose="00000300000000000000" pitchFamily="50" charset="-127"/>
                </a:rPr>
                <a:t>L</a:t>
              </a:r>
              <a:r>
                <a:rPr lang="en-US" sz="1200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  <a:cs typeface="KoPubWorld바탕체_Pro Light" panose="00000300000000000000" pitchFamily="50" charset="-127"/>
                </a:rPr>
                <a:t> m</a:t>
              </a:r>
            </a:p>
          </p:txBody>
        </p:sp>
      </p:grpSp>
      <p:grpSp>
        <p:nvGrpSpPr>
          <p:cNvPr id="118" name="그룹 117"/>
          <p:cNvGrpSpPr/>
          <p:nvPr/>
        </p:nvGrpSpPr>
        <p:grpSpPr>
          <a:xfrm rot="10800000">
            <a:off x="7626265" y="4545142"/>
            <a:ext cx="1182492" cy="461666"/>
            <a:chOff x="4438467" y="3863407"/>
            <a:chExt cx="1182492" cy="461666"/>
          </a:xfrm>
        </p:grpSpPr>
        <p:sp>
          <p:nvSpPr>
            <p:cNvPr id="119" name="Line 16 1 3 1 4"/>
            <p:cNvSpPr/>
            <p:nvPr/>
          </p:nvSpPr>
          <p:spPr>
            <a:xfrm rot="10800000" flipH="1">
              <a:off x="4438468" y="4176357"/>
              <a:ext cx="1182491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0" name="Line 16 1 3 1 4"/>
            <p:cNvSpPr/>
            <p:nvPr/>
          </p:nvSpPr>
          <p:spPr>
            <a:xfrm rot="10800000" flipH="1">
              <a:off x="4438467" y="4062056"/>
              <a:ext cx="0" cy="263017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1" name="TextBox 120"/>
            <p:cNvSpPr txBox="1"/>
            <p:nvPr/>
          </p:nvSpPr>
          <p:spPr>
            <a:xfrm rot="10800000">
              <a:off x="4843680" y="3863407"/>
              <a:ext cx="445664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i="1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  <a:cs typeface="KoPubWorld바탕체_Pro Light" panose="00000300000000000000" pitchFamily="50" charset="-127"/>
                </a:rPr>
                <a:t>L</a:t>
              </a:r>
              <a:r>
                <a:rPr lang="en-US" sz="1200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  <a:cs typeface="KoPubWorld바탕체_Pro Light" panose="00000300000000000000" pitchFamily="50" charset="-127"/>
                </a:rPr>
                <a:t> m</a:t>
              </a:r>
            </a:p>
          </p:txBody>
        </p:sp>
      </p:grpSp>
      <p:sp>
        <p:nvSpPr>
          <p:cNvPr id="122" name="Line 16 1 3 1 4"/>
          <p:cNvSpPr/>
          <p:nvPr/>
        </p:nvSpPr>
        <p:spPr>
          <a:xfrm rot="5400000" flipH="1">
            <a:off x="7815781" y="1899157"/>
            <a:ext cx="0" cy="414090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3" name="타원 122"/>
          <p:cNvSpPr/>
          <p:nvPr/>
        </p:nvSpPr>
        <p:spPr>
          <a:xfrm rot="5400000">
            <a:off x="6950678" y="3123299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124" name="타원 123"/>
          <p:cNvSpPr/>
          <p:nvPr/>
        </p:nvSpPr>
        <p:spPr>
          <a:xfrm rot="5400000">
            <a:off x="8168781" y="3130977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125" name="타원 124"/>
          <p:cNvSpPr/>
          <p:nvPr/>
        </p:nvSpPr>
        <p:spPr>
          <a:xfrm rot="5400000">
            <a:off x="7577822" y="4191194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126" name="타원 125"/>
          <p:cNvSpPr/>
          <p:nvPr/>
        </p:nvSpPr>
        <p:spPr>
          <a:xfrm rot="5400000">
            <a:off x="7559186" y="2074043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7881342" y="2130165"/>
            <a:ext cx="5421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P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 </a:t>
            </a:r>
            <a:r>
              <a:rPr lang="en-US" sz="1200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kN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 flipH="1">
            <a:off x="6134497" y="3997887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A</a:t>
            </a:r>
          </a:p>
        </p:txBody>
      </p:sp>
      <p:sp>
        <p:nvSpPr>
          <p:cNvPr id="129" name="TextBox 128"/>
          <p:cNvSpPr txBox="1"/>
          <p:nvPr/>
        </p:nvSpPr>
        <p:spPr>
          <a:xfrm flipH="1">
            <a:off x="7515069" y="4227803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B</a:t>
            </a:r>
          </a:p>
        </p:txBody>
      </p:sp>
      <p:sp>
        <p:nvSpPr>
          <p:cNvPr id="130" name="TextBox 129"/>
          <p:cNvSpPr txBox="1"/>
          <p:nvPr/>
        </p:nvSpPr>
        <p:spPr>
          <a:xfrm flipH="1">
            <a:off x="8759052" y="3971201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C</a:t>
            </a:r>
          </a:p>
        </p:txBody>
      </p:sp>
      <p:sp>
        <p:nvSpPr>
          <p:cNvPr id="131" name="TextBox 130"/>
          <p:cNvSpPr txBox="1"/>
          <p:nvPr/>
        </p:nvSpPr>
        <p:spPr>
          <a:xfrm flipH="1">
            <a:off x="6683872" y="2999322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D</a:t>
            </a:r>
          </a:p>
        </p:txBody>
      </p:sp>
      <p:sp>
        <p:nvSpPr>
          <p:cNvPr id="132" name="TextBox 131"/>
          <p:cNvSpPr txBox="1"/>
          <p:nvPr/>
        </p:nvSpPr>
        <p:spPr>
          <a:xfrm flipH="1">
            <a:off x="8230199" y="3025472"/>
            <a:ext cx="276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E</a:t>
            </a:r>
          </a:p>
        </p:txBody>
      </p:sp>
      <p:sp>
        <p:nvSpPr>
          <p:cNvPr id="133" name="TextBox 132"/>
          <p:cNvSpPr txBox="1"/>
          <p:nvPr/>
        </p:nvSpPr>
        <p:spPr>
          <a:xfrm flipH="1">
            <a:off x="7262837" y="197134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F</a:t>
            </a: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8936E3F5-0636-4D5A-9BF5-443C5BD23ABC}"/>
              </a:ext>
            </a:extLst>
          </p:cNvPr>
          <p:cNvGrpSpPr/>
          <p:nvPr/>
        </p:nvGrpSpPr>
        <p:grpSpPr>
          <a:xfrm rot="5400000">
            <a:off x="9070710" y="3447727"/>
            <a:ext cx="1060899" cy="504757"/>
            <a:chOff x="4011685" y="3875995"/>
            <a:chExt cx="1444816" cy="504757"/>
          </a:xfrm>
        </p:grpSpPr>
        <p:sp>
          <p:nvSpPr>
            <p:cNvPr id="135" name="Line 16 1 3 1 4">
              <a:extLst>
                <a:ext uri="{FF2B5EF4-FFF2-40B4-BE49-F238E27FC236}">
                  <a16:creationId xmlns:a16="http://schemas.microsoft.com/office/drawing/2014/main" id="{4411ABEA-A858-4D40-B139-49A9F8C9F375}"/>
                </a:ext>
              </a:extLst>
            </p:cNvPr>
            <p:cNvSpPr/>
            <p:nvPr/>
          </p:nvSpPr>
          <p:spPr>
            <a:xfrm rot="10800000" flipH="1">
              <a:off x="4011689" y="4176357"/>
              <a:ext cx="1444811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6" name="Line 16 1 3 1 4">
              <a:extLst>
                <a:ext uri="{FF2B5EF4-FFF2-40B4-BE49-F238E27FC236}">
                  <a16:creationId xmlns:a16="http://schemas.microsoft.com/office/drawing/2014/main" id="{28302843-DA48-4F51-95FD-C792BC0869BC}"/>
                </a:ext>
              </a:extLst>
            </p:cNvPr>
            <p:cNvSpPr/>
            <p:nvPr/>
          </p:nvSpPr>
          <p:spPr>
            <a:xfrm rot="10800000" flipH="1">
              <a:off x="4011685" y="4023949"/>
              <a:ext cx="0" cy="300801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7" name="Line 16 1 3 1 4">
              <a:extLst>
                <a:ext uri="{FF2B5EF4-FFF2-40B4-BE49-F238E27FC236}">
                  <a16:creationId xmlns:a16="http://schemas.microsoft.com/office/drawing/2014/main" id="{9EAD9FF2-EB8C-4167-B3B2-6D0309CD31CE}"/>
                </a:ext>
              </a:extLst>
            </p:cNvPr>
            <p:cNvSpPr/>
            <p:nvPr/>
          </p:nvSpPr>
          <p:spPr>
            <a:xfrm rot="10800000" flipH="1">
              <a:off x="5456501" y="4023950"/>
              <a:ext cx="0" cy="30079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5C01E44-0F6A-4209-9404-D2DBC7FC1465}"/>
                </a:ext>
              </a:extLst>
            </p:cNvPr>
            <p:cNvSpPr txBox="1"/>
            <p:nvPr/>
          </p:nvSpPr>
          <p:spPr>
            <a:xfrm rot="16200000">
              <a:off x="4519839" y="3939754"/>
              <a:ext cx="504757" cy="37723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i="1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  <a:cs typeface="KoPubWorld바탕체_Pro Light" panose="00000300000000000000" pitchFamily="50" charset="-127"/>
                </a:rPr>
                <a:t>L</a:t>
              </a:r>
              <a:r>
                <a:rPr lang="en-US" sz="1200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  <a:cs typeface="KoPubWorld바탕체_Pro Light" panose="00000300000000000000" pitchFamily="50" charset="-127"/>
                </a:rPr>
                <a:t> m</a:t>
              </a:r>
            </a:p>
          </p:txBody>
        </p:sp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D1DB8044-B65D-446A-A8F8-0B84761A495D}"/>
              </a:ext>
            </a:extLst>
          </p:cNvPr>
          <p:cNvGrpSpPr/>
          <p:nvPr/>
        </p:nvGrpSpPr>
        <p:grpSpPr>
          <a:xfrm rot="5400000">
            <a:off x="9049564" y="2398495"/>
            <a:ext cx="1060898" cy="462456"/>
            <a:chOff x="4011685" y="3918292"/>
            <a:chExt cx="1444815" cy="462456"/>
          </a:xfrm>
        </p:grpSpPr>
        <p:sp>
          <p:nvSpPr>
            <p:cNvPr id="140" name="Line 16 1 3 1 4">
              <a:extLst>
                <a:ext uri="{FF2B5EF4-FFF2-40B4-BE49-F238E27FC236}">
                  <a16:creationId xmlns:a16="http://schemas.microsoft.com/office/drawing/2014/main" id="{D0C51887-9BEA-4BBF-B994-F071D256722B}"/>
                </a:ext>
              </a:extLst>
            </p:cNvPr>
            <p:cNvSpPr/>
            <p:nvPr/>
          </p:nvSpPr>
          <p:spPr>
            <a:xfrm rot="10800000" flipH="1">
              <a:off x="4011689" y="4176357"/>
              <a:ext cx="1444811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41" name="Line 16 1 3 1 4">
              <a:extLst>
                <a:ext uri="{FF2B5EF4-FFF2-40B4-BE49-F238E27FC236}">
                  <a16:creationId xmlns:a16="http://schemas.microsoft.com/office/drawing/2014/main" id="{858D780A-EE81-4296-948C-68A7C6938EAD}"/>
                </a:ext>
              </a:extLst>
            </p:cNvPr>
            <p:cNvSpPr/>
            <p:nvPr/>
          </p:nvSpPr>
          <p:spPr>
            <a:xfrm rot="10800000" flipH="1">
              <a:off x="4011685" y="4023949"/>
              <a:ext cx="0" cy="300801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FF496B67-D91A-40C3-9F1E-CDB5DCBC10A9}"/>
                </a:ext>
              </a:extLst>
            </p:cNvPr>
            <p:cNvSpPr txBox="1"/>
            <p:nvPr/>
          </p:nvSpPr>
          <p:spPr>
            <a:xfrm rot="16200000">
              <a:off x="4540990" y="3960900"/>
              <a:ext cx="462456" cy="37723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i="1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  <a:cs typeface="KoPubWorld바탕체_Pro Light" panose="00000300000000000000" pitchFamily="50" charset="-127"/>
                </a:rPr>
                <a:t>L</a:t>
              </a:r>
              <a:r>
                <a:rPr lang="en-US" sz="1200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  <a:cs typeface="KoPubWorld바탕체_Pro Light" panose="00000300000000000000" pitchFamily="50" charset="-127"/>
                </a:rPr>
                <a:t> m</a:t>
              </a:r>
            </a:p>
          </p:txBody>
        </p: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D2CB9790-CBF5-4142-875B-555F8C8ED558}"/>
              </a:ext>
            </a:extLst>
          </p:cNvPr>
          <p:cNvSpPr txBox="1"/>
          <p:nvPr/>
        </p:nvSpPr>
        <p:spPr>
          <a:xfrm flipH="1">
            <a:off x="3862218" y="4090707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ea typeface="KoPubWorld바탕체_Pro Light" panose="00000300000000000000" pitchFamily="50" charset="-127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147" name="Line 16 1 3 1 4">
            <a:extLst>
              <a:ext uri="{FF2B5EF4-FFF2-40B4-BE49-F238E27FC236}">
                <a16:creationId xmlns:a16="http://schemas.microsoft.com/office/drawing/2014/main" id="{8DCBF19A-AD28-4651-A878-E29748BDE3BB}"/>
              </a:ext>
            </a:extLst>
          </p:cNvPr>
          <p:cNvSpPr/>
          <p:nvPr/>
        </p:nvSpPr>
        <p:spPr>
          <a:xfrm rot="10800000" flipH="1">
            <a:off x="7603276" y="1643190"/>
            <a:ext cx="0" cy="414090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78DD146C-FA73-430B-8E8B-A8DCF9550E39}"/>
              </a:ext>
            </a:extLst>
          </p:cNvPr>
          <p:cNvSpPr txBox="1"/>
          <p:nvPr/>
        </p:nvSpPr>
        <p:spPr>
          <a:xfrm>
            <a:off x="7613524" y="1643190"/>
            <a:ext cx="5725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Q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 </a:t>
            </a:r>
            <a:r>
              <a:rPr lang="en-US" sz="1200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kN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107C6A1D-986F-4F5E-912C-12513DCDAEB3}"/>
              </a:ext>
            </a:extLst>
          </p:cNvPr>
          <p:cNvSpPr txBox="1"/>
          <p:nvPr/>
        </p:nvSpPr>
        <p:spPr>
          <a:xfrm>
            <a:off x="8179376" y="2680598"/>
            <a:ext cx="660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2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Q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 </a:t>
            </a:r>
            <a:r>
              <a:rPr lang="en-US" sz="1200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kN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150" name="Line 16 1 3 1 4">
            <a:extLst>
              <a:ext uri="{FF2B5EF4-FFF2-40B4-BE49-F238E27FC236}">
                <a16:creationId xmlns:a16="http://schemas.microsoft.com/office/drawing/2014/main" id="{CD66EEFD-D607-4B5C-85D6-1B764DAE57AB}"/>
              </a:ext>
            </a:extLst>
          </p:cNvPr>
          <p:cNvSpPr/>
          <p:nvPr/>
        </p:nvSpPr>
        <p:spPr>
          <a:xfrm rot="10800000" flipH="1">
            <a:off x="6983319" y="2692239"/>
            <a:ext cx="0" cy="414090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1" name="Line 16 1 3 1 4">
            <a:extLst>
              <a:ext uri="{FF2B5EF4-FFF2-40B4-BE49-F238E27FC236}">
                <a16:creationId xmlns:a16="http://schemas.microsoft.com/office/drawing/2014/main" id="{FC1F264E-75D5-4482-B50B-9EA2A88D7CCC}"/>
              </a:ext>
            </a:extLst>
          </p:cNvPr>
          <p:cNvSpPr/>
          <p:nvPr/>
        </p:nvSpPr>
        <p:spPr>
          <a:xfrm rot="10800000" flipH="1">
            <a:off x="8192163" y="2693717"/>
            <a:ext cx="0" cy="414090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2" name="Line 16 1 3 1 4">
            <a:extLst>
              <a:ext uri="{FF2B5EF4-FFF2-40B4-BE49-F238E27FC236}">
                <a16:creationId xmlns:a16="http://schemas.microsoft.com/office/drawing/2014/main" id="{07A2B0BC-178D-4FEB-88B9-CA34B2628C2E}"/>
              </a:ext>
            </a:extLst>
          </p:cNvPr>
          <p:cNvSpPr/>
          <p:nvPr/>
        </p:nvSpPr>
        <p:spPr>
          <a:xfrm rot="10800000" flipH="1">
            <a:off x="8806203" y="3733887"/>
            <a:ext cx="0" cy="414090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3" name="Line 16 1 3 1 4">
            <a:extLst>
              <a:ext uri="{FF2B5EF4-FFF2-40B4-BE49-F238E27FC236}">
                <a16:creationId xmlns:a16="http://schemas.microsoft.com/office/drawing/2014/main" id="{1AF9E754-DD6A-4885-A159-DA780721F38A}"/>
              </a:ext>
            </a:extLst>
          </p:cNvPr>
          <p:cNvSpPr/>
          <p:nvPr/>
        </p:nvSpPr>
        <p:spPr>
          <a:xfrm rot="10800000" flipH="1">
            <a:off x="6363363" y="3759038"/>
            <a:ext cx="0" cy="414090"/>
          </a:xfrm>
          <a:prstGeom prst="line">
            <a:avLst/>
          </a:prstGeom>
          <a:ln w="57150">
            <a:solidFill>
              <a:schemeClr val="tx1"/>
            </a:solidFill>
            <a:miter/>
            <a:head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4A3ADC61-DBAF-4FF3-B8A3-12B2E5EA8650}"/>
              </a:ext>
            </a:extLst>
          </p:cNvPr>
          <p:cNvSpPr txBox="1"/>
          <p:nvPr/>
        </p:nvSpPr>
        <p:spPr>
          <a:xfrm>
            <a:off x="8713515" y="3463313"/>
            <a:ext cx="5725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Q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 </a:t>
            </a:r>
            <a:r>
              <a:rPr lang="en-US" sz="1200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kN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082CC1CE-6236-46CB-A728-F06C7D455692}"/>
              </a:ext>
            </a:extLst>
          </p:cNvPr>
          <p:cNvSpPr txBox="1"/>
          <p:nvPr/>
        </p:nvSpPr>
        <p:spPr>
          <a:xfrm>
            <a:off x="6414196" y="2682076"/>
            <a:ext cx="660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2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Q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 </a:t>
            </a:r>
            <a:r>
              <a:rPr lang="en-US" sz="1200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kN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475CF44-3EF4-499D-9732-D7EEE59A6355}"/>
              </a:ext>
            </a:extLst>
          </p:cNvPr>
          <p:cNvSpPr txBox="1"/>
          <p:nvPr/>
        </p:nvSpPr>
        <p:spPr>
          <a:xfrm>
            <a:off x="5812993" y="3775861"/>
            <a:ext cx="5725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Q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 </a:t>
            </a:r>
            <a:r>
              <a:rPr lang="en-US" sz="1200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kN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  <a:cs typeface="KoPubWorld바탕체_Pro Light" panose="00000300000000000000" pitchFamily="50" charset="-127"/>
            </a:endParaRPr>
          </a:p>
        </p:txBody>
      </p:sp>
      <p:sp>
        <p:nvSpPr>
          <p:cNvPr id="157" name="타원 156">
            <a:extLst>
              <a:ext uri="{FF2B5EF4-FFF2-40B4-BE49-F238E27FC236}">
                <a16:creationId xmlns:a16="http://schemas.microsoft.com/office/drawing/2014/main" id="{AF301E2E-1C74-4DD4-A177-524E745BA78F}"/>
              </a:ext>
            </a:extLst>
          </p:cNvPr>
          <p:cNvSpPr/>
          <p:nvPr/>
        </p:nvSpPr>
        <p:spPr>
          <a:xfrm rot="5400000">
            <a:off x="3855293" y="4145163"/>
            <a:ext cx="72000" cy="72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2221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자유형 203"/>
          <p:cNvSpPr/>
          <p:nvPr/>
        </p:nvSpPr>
        <p:spPr>
          <a:xfrm>
            <a:off x="6387789" y="910813"/>
            <a:ext cx="1445741" cy="1501346"/>
          </a:xfrm>
          <a:custGeom>
            <a:avLst/>
            <a:gdLst>
              <a:gd name="connsiteX0" fmla="*/ 543697 w 1445741"/>
              <a:gd name="connsiteY0" fmla="*/ 0 h 1501346"/>
              <a:gd name="connsiteX1" fmla="*/ 1445741 w 1445741"/>
              <a:gd name="connsiteY1" fmla="*/ 160638 h 1501346"/>
              <a:gd name="connsiteX2" fmla="*/ 1000897 w 1445741"/>
              <a:gd name="connsiteY2" fmla="*/ 1501346 h 1501346"/>
              <a:gd name="connsiteX3" fmla="*/ 0 w 1445741"/>
              <a:gd name="connsiteY3" fmla="*/ 1081217 h 1501346"/>
              <a:gd name="connsiteX4" fmla="*/ 111211 w 1445741"/>
              <a:gd name="connsiteY4" fmla="*/ 247136 h 1501346"/>
              <a:gd name="connsiteX5" fmla="*/ 172995 w 1445741"/>
              <a:gd name="connsiteY5" fmla="*/ 197709 h 1501346"/>
              <a:gd name="connsiteX6" fmla="*/ 543697 w 1445741"/>
              <a:gd name="connsiteY6" fmla="*/ 0 h 1501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45741" h="1501346">
                <a:moveTo>
                  <a:pt x="543697" y="0"/>
                </a:moveTo>
                <a:lnTo>
                  <a:pt x="1445741" y="160638"/>
                </a:lnTo>
                <a:lnTo>
                  <a:pt x="1000897" y="1501346"/>
                </a:lnTo>
                <a:lnTo>
                  <a:pt x="0" y="1081217"/>
                </a:lnTo>
                <a:lnTo>
                  <a:pt x="111211" y="247136"/>
                </a:lnTo>
                <a:lnTo>
                  <a:pt x="172995" y="197709"/>
                </a:lnTo>
                <a:lnTo>
                  <a:pt x="543697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1435805" y="915374"/>
            <a:ext cx="360000" cy="90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grpSp>
        <p:nvGrpSpPr>
          <p:cNvPr id="138" name="그룹 137"/>
          <p:cNvGrpSpPr/>
          <p:nvPr/>
        </p:nvGrpSpPr>
        <p:grpSpPr>
          <a:xfrm rot="5400000">
            <a:off x="787337" y="1214552"/>
            <a:ext cx="899148" cy="300801"/>
            <a:chOff x="4011685" y="4023949"/>
            <a:chExt cx="899148" cy="300801"/>
          </a:xfrm>
        </p:grpSpPr>
        <p:sp>
          <p:nvSpPr>
            <p:cNvPr id="139" name="Line 16 1 3 1 4"/>
            <p:cNvSpPr/>
            <p:nvPr/>
          </p:nvSpPr>
          <p:spPr>
            <a:xfrm rot="10800000" flipH="1">
              <a:off x="4011689" y="4176356"/>
              <a:ext cx="899144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40" name="Line 16 1 3 1 4"/>
            <p:cNvSpPr/>
            <p:nvPr/>
          </p:nvSpPr>
          <p:spPr>
            <a:xfrm rot="10800000" flipH="1">
              <a:off x="4011685" y="4023949"/>
              <a:ext cx="0" cy="300801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41" name="Line 16 1 3 1 4"/>
            <p:cNvSpPr/>
            <p:nvPr/>
          </p:nvSpPr>
          <p:spPr>
            <a:xfrm rot="10800000" flipH="1">
              <a:off x="4910833" y="4023951"/>
              <a:ext cx="0" cy="30079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42" name="TextBox 141"/>
            <p:cNvSpPr txBox="1"/>
            <p:nvPr/>
          </p:nvSpPr>
          <p:spPr>
            <a:xfrm rot="16200000">
              <a:off x="4367783" y="4058669"/>
              <a:ext cx="224982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i="1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</a:rPr>
                <a:t>h</a:t>
              </a:r>
              <a:endPara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endParaRPr>
            </a:p>
          </p:txBody>
        </p:sp>
      </p:grpSp>
      <p:grpSp>
        <p:nvGrpSpPr>
          <p:cNvPr id="143" name="그룹 142"/>
          <p:cNvGrpSpPr/>
          <p:nvPr/>
        </p:nvGrpSpPr>
        <p:grpSpPr>
          <a:xfrm rot="5400000">
            <a:off x="1539602" y="613174"/>
            <a:ext cx="152405" cy="360000"/>
            <a:chOff x="9163146" y="4259298"/>
            <a:chExt cx="152405" cy="360000"/>
          </a:xfrm>
        </p:grpSpPr>
        <p:sp>
          <p:nvSpPr>
            <p:cNvPr id="144" name="Line 16 1 3 1 4"/>
            <p:cNvSpPr/>
            <p:nvPr/>
          </p:nvSpPr>
          <p:spPr>
            <a:xfrm rot="16200000" flipH="1">
              <a:off x="9059358" y="4439298"/>
              <a:ext cx="360000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45" name="Line 16 1 3 1 4"/>
            <p:cNvSpPr/>
            <p:nvPr/>
          </p:nvSpPr>
          <p:spPr>
            <a:xfrm rot="16200000" flipH="1">
              <a:off x="9239349" y="4183095"/>
              <a:ext cx="0" cy="15240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46" name="Line 16 1 3 1 4"/>
            <p:cNvSpPr/>
            <p:nvPr/>
          </p:nvSpPr>
          <p:spPr>
            <a:xfrm rot="16200000" flipH="1">
              <a:off x="9239348" y="4543096"/>
              <a:ext cx="0" cy="152403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147" name="TextBox 146"/>
          <p:cNvSpPr txBox="1"/>
          <p:nvPr/>
        </p:nvSpPr>
        <p:spPr>
          <a:xfrm>
            <a:off x="1486273" y="546882"/>
            <a:ext cx="2536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b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</a:endParaRPr>
          </a:p>
        </p:txBody>
      </p:sp>
      <p:sp>
        <p:nvSpPr>
          <p:cNvPr id="148" name="Line 16 1 3 1 4"/>
          <p:cNvSpPr/>
          <p:nvPr/>
        </p:nvSpPr>
        <p:spPr>
          <a:xfrm rot="10800000" flipH="1">
            <a:off x="1613098" y="1359203"/>
            <a:ext cx="0" cy="674939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cxnSp>
        <p:nvCxnSpPr>
          <p:cNvPr id="149" name="직선 연결선 148"/>
          <p:cNvCxnSpPr/>
          <p:nvPr/>
        </p:nvCxnSpPr>
        <p:spPr>
          <a:xfrm flipH="1">
            <a:off x="1613097" y="1359203"/>
            <a:ext cx="832651" cy="0"/>
          </a:xfrm>
          <a:prstGeom prst="line">
            <a:avLst/>
          </a:prstGeom>
          <a:ln w="9525">
            <a:solidFill>
              <a:schemeClr val="tx1"/>
            </a:solidFill>
            <a:headEnd type="triangle" w="sm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2129486" y="1171367"/>
            <a:ext cx="2808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x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1411359" y="1766036"/>
            <a:ext cx="264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y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1200163" y="2174093"/>
            <a:ext cx="9300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I</a:t>
            </a:r>
            <a:r>
              <a:rPr lang="en-US" sz="1200" i="1" baseline="-250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x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=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 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bh</a:t>
            </a:r>
            <a:r>
              <a:rPr lang="en-US" sz="1200" baseline="300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3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/12</a:t>
            </a:r>
          </a:p>
        </p:txBody>
      </p:sp>
      <p:sp>
        <p:nvSpPr>
          <p:cNvPr id="2" name="이등변 삼각형 1"/>
          <p:cNvSpPr/>
          <p:nvPr/>
        </p:nvSpPr>
        <p:spPr>
          <a:xfrm>
            <a:off x="3312163" y="915374"/>
            <a:ext cx="360000" cy="900000"/>
          </a:xfrm>
          <a:prstGeom prst="triangle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cap="rnd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159" name="Line 16 1 3 1 4"/>
          <p:cNvSpPr/>
          <p:nvPr/>
        </p:nvSpPr>
        <p:spPr>
          <a:xfrm rot="10800000" flipH="1">
            <a:off x="3435014" y="1614777"/>
            <a:ext cx="0" cy="553387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cxnSp>
        <p:nvCxnSpPr>
          <p:cNvPr id="160" name="직선 연결선 159"/>
          <p:cNvCxnSpPr/>
          <p:nvPr/>
        </p:nvCxnSpPr>
        <p:spPr>
          <a:xfrm flipH="1">
            <a:off x="3435013" y="1614778"/>
            <a:ext cx="832546" cy="0"/>
          </a:xfrm>
          <a:prstGeom prst="line">
            <a:avLst/>
          </a:prstGeom>
          <a:ln w="9525">
            <a:solidFill>
              <a:schemeClr val="tx1"/>
            </a:solidFill>
            <a:headEnd type="triangle" w="sm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/>
          <p:cNvSpPr txBox="1"/>
          <p:nvPr/>
        </p:nvSpPr>
        <p:spPr>
          <a:xfrm>
            <a:off x="3961764" y="1419673"/>
            <a:ext cx="2808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x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3246181" y="1862798"/>
            <a:ext cx="264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y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</a:endParaRPr>
          </a:p>
        </p:txBody>
      </p:sp>
      <p:grpSp>
        <p:nvGrpSpPr>
          <p:cNvPr id="163" name="그룹 162"/>
          <p:cNvGrpSpPr/>
          <p:nvPr/>
        </p:nvGrpSpPr>
        <p:grpSpPr>
          <a:xfrm rot="5400000">
            <a:off x="1795665" y="1388595"/>
            <a:ext cx="561528" cy="491271"/>
            <a:chOff x="4011692" y="3833474"/>
            <a:chExt cx="561528" cy="491271"/>
          </a:xfrm>
        </p:grpSpPr>
        <p:sp>
          <p:nvSpPr>
            <p:cNvPr id="164" name="Line 16 1 3 1 4"/>
            <p:cNvSpPr/>
            <p:nvPr/>
          </p:nvSpPr>
          <p:spPr>
            <a:xfrm rot="10800000" flipH="1">
              <a:off x="4011692" y="4176356"/>
              <a:ext cx="461063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66" name="Line 16 1 3 1 4"/>
            <p:cNvSpPr/>
            <p:nvPr/>
          </p:nvSpPr>
          <p:spPr>
            <a:xfrm rot="10800000" flipH="1">
              <a:off x="4472753" y="4023950"/>
              <a:ext cx="0" cy="30079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67" name="TextBox 166"/>
            <p:cNvSpPr txBox="1"/>
            <p:nvPr/>
          </p:nvSpPr>
          <p:spPr>
            <a:xfrm rot="16200000">
              <a:off x="4140474" y="3804555"/>
              <a:ext cx="4038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</a:rPr>
                <a:t>h</a:t>
              </a:r>
              <a:r>
                <a:rPr lang="en-US" sz="1200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</a:rPr>
                <a:t>/2</a:t>
              </a:r>
            </a:p>
          </p:txBody>
        </p:sp>
      </p:grpSp>
      <p:grpSp>
        <p:nvGrpSpPr>
          <p:cNvPr id="168" name="그룹 167"/>
          <p:cNvGrpSpPr/>
          <p:nvPr/>
        </p:nvGrpSpPr>
        <p:grpSpPr>
          <a:xfrm rot="5400000">
            <a:off x="3607188" y="949459"/>
            <a:ext cx="720935" cy="609707"/>
            <a:chOff x="3751821" y="3715036"/>
            <a:chExt cx="720935" cy="609707"/>
          </a:xfrm>
        </p:grpSpPr>
        <p:sp>
          <p:nvSpPr>
            <p:cNvPr id="169" name="Line 16 1 3 1 4"/>
            <p:cNvSpPr/>
            <p:nvPr/>
          </p:nvSpPr>
          <p:spPr>
            <a:xfrm rot="10800000" flipH="1">
              <a:off x="3751823" y="4176356"/>
              <a:ext cx="720933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70" name="Line 16 1 3 1 4"/>
            <p:cNvSpPr/>
            <p:nvPr/>
          </p:nvSpPr>
          <p:spPr>
            <a:xfrm rot="10800000" flipH="1">
              <a:off x="3751821" y="4023948"/>
              <a:ext cx="0" cy="30079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71" name="TextBox 170"/>
            <p:cNvSpPr txBox="1"/>
            <p:nvPr/>
          </p:nvSpPr>
          <p:spPr>
            <a:xfrm rot="16200000">
              <a:off x="3943121" y="3745336"/>
              <a:ext cx="5222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</a:rPr>
                <a:t>2</a:t>
              </a:r>
              <a:r>
                <a:rPr lang="en-US" sz="1200" i="1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</a:rPr>
                <a:t>h</a:t>
              </a:r>
              <a:r>
                <a:rPr lang="en-US" sz="1200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</a:rPr>
                <a:t>/3</a:t>
              </a:r>
            </a:p>
          </p:txBody>
        </p:sp>
      </p:grpSp>
      <p:grpSp>
        <p:nvGrpSpPr>
          <p:cNvPr id="172" name="그룹 171"/>
          <p:cNvGrpSpPr/>
          <p:nvPr/>
        </p:nvGrpSpPr>
        <p:grpSpPr>
          <a:xfrm rot="5400000">
            <a:off x="2650253" y="1213125"/>
            <a:ext cx="899148" cy="300801"/>
            <a:chOff x="4011685" y="4023949"/>
            <a:chExt cx="899148" cy="300801"/>
          </a:xfrm>
        </p:grpSpPr>
        <p:sp>
          <p:nvSpPr>
            <p:cNvPr id="173" name="Line 16 1 3 1 4"/>
            <p:cNvSpPr/>
            <p:nvPr/>
          </p:nvSpPr>
          <p:spPr>
            <a:xfrm rot="10800000" flipH="1">
              <a:off x="4011689" y="4176356"/>
              <a:ext cx="899144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74" name="Line 16 1 3 1 4"/>
            <p:cNvSpPr/>
            <p:nvPr/>
          </p:nvSpPr>
          <p:spPr>
            <a:xfrm rot="10800000" flipH="1">
              <a:off x="4011685" y="4023949"/>
              <a:ext cx="0" cy="300801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75" name="Line 16 1 3 1 4"/>
            <p:cNvSpPr/>
            <p:nvPr/>
          </p:nvSpPr>
          <p:spPr>
            <a:xfrm rot="10800000" flipH="1">
              <a:off x="4910833" y="4023951"/>
              <a:ext cx="0" cy="30079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76" name="TextBox 175"/>
            <p:cNvSpPr txBox="1"/>
            <p:nvPr/>
          </p:nvSpPr>
          <p:spPr>
            <a:xfrm rot="16200000">
              <a:off x="4367783" y="4058669"/>
              <a:ext cx="224982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i="1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</a:rPr>
                <a:t>h</a:t>
              </a:r>
              <a:endPara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endParaRPr>
            </a:p>
          </p:txBody>
        </p:sp>
      </p:grpSp>
      <p:grpSp>
        <p:nvGrpSpPr>
          <p:cNvPr id="177" name="그룹 176"/>
          <p:cNvGrpSpPr/>
          <p:nvPr/>
        </p:nvGrpSpPr>
        <p:grpSpPr>
          <a:xfrm rot="5400000">
            <a:off x="3402518" y="611747"/>
            <a:ext cx="152405" cy="360000"/>
            <a:chOff x="9163146" y="4259298"/>
            <a:chExt cx="152405" cy="360000"/>
          </a:xfrm>
        </p:grpSpPr>
        <p:sp>
          <p:nvSpPr>
            <p:cNvPr id="178" name="Line 16 1 3 1 4"/>
            <p:cNvSpPr/>
            <p:nvPr/>
          </p:nvSpPr>
          <p:spPr>
            <a:xfrm rot="16200000" flipH="1">
              <a:off x="9059358" y="4439298"/>
              <a:ext cx="360000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79" name="Line 16 1 3 1 4"/>
            <p:cNvSpPr/>
            <p:nvPr/>
          </p:nvSpPr>
          <p:spPr>
            <a:xfrm rot="16200000" flipH="1">
              <a:off x="9239349" y="4183095"/>
              <a:ext cx="0" cy="15240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80" name="Line 16 1 3 1 4"/>
            <p:cNvSpPr/>
            <p:nvPr/>
          </p:nvSpPr>
          <p:spPr>
            <a:xfrm rot="16200000" flipH="1">
              <a:off x="9239348" y="4543096"/>
              <a:ext cx="0" cy="152403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181" name="TextBox 180"/>
          <p:cNvSpPr txBox="1"/>
          <p:nvPr/>
        </p:nvSpPr>
        <p:spPr>
          <a:xfrm>
            <a:off x="3349189" y="545455"/>
            <a:ext cx="2536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b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3110179" y="2125639"/>
            <a:ext cx="1165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I</a:t>
            </a:r>
            <a:r>
              <a:rPr lang="en-US" sz="1200" i="1" baseline="-250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x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=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 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bh</a:t>
            </a:r>
            <a:r>
              <a:rPr lang="en-US" sz="1200" baseline="300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3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/36,</a:t>
            </a:r>
          </a:p>
          <a:p>
            <a:r>
              <a:rPr lang="en-US" sz="1200" i="1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I</a:t>
            </a:r>
            <a:r>
              <a:rPr lang="en-US" sz="1200" i="1" baseline="-25000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y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= 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hb</a:t>
            </a:r>
            <a:r>
              <a:rPr lang="en-US" sz="1200" baseline="300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3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/36,</a:t>
            </a:r>
          </a:p>
          <a:p>
            <a:r>
              <a:rPr lang="en-US" sz="1200" i="1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I</a:t>
            </a:r>
            <a:r>
              <a:rPr lang="en-US" sz="1200" i="1" baseline="-25000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xy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= -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a</a:t>
            </a:r>
            <a:r>
              <a:rPr lang="en-US" sz="1200" baseline="300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2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b</a:t>
            </a:r>
            <a:r>
              <a:rPr lang="en-US" sz="1200" baseline="300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2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/72 </a:t>
            </a:r>
          </a:p>
        </p:txBody>
      </p:sp>
      <p:sp>
        <p:nvSpPr>
          <p:cNvPr id="50" name="Line 16 1 3 1 4"/>
          <p:cNvSpPr/>
          <p:nvPr/>
        </p:nvSpPr>
        <p:spPr>
          <a:xfrm rot="16200000" flipH="1">
            <a:off x="5709391" y="4337009"/>
            <a:ext cx="0" cy="1080000"/>
          </a:xfrm>
          <a:prstGeom prst="line">
            <a:avLst/>
          </a:prstGeom>
          <a:ln w="254000">
            <a:solidFill>
              <a:schemeClr val="bg1">
                <a:lumMod val="6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" name="Line 16 1 3 1 4"/>
          <p:cNvSpPr/>
          <p:nvPr/>
        </p:nvSpPr>
        <p:spPr>
          <a:xfrm rot="16200000">
            <a:off x="5169391" y="4252586"/>
            <a:ext cx="1080000" cy="0"/>
          </a:xfrm>
          <a:prstGeom prst="line">
            <a:avLst/>
          </a:prstGeom>
          <a:ln w="254000">
            <a:solidFill>
              <a:schemeClr val="bg1">
                <a:lumMod val="6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56" name="그룹 55"/>
          <p:cNvGrpSpPr/>
          <p:nvPr/>
        </p:nvGrpSpPr>
        <p:grpSpPr>
          <a:xfrm rot="5400000">
            <a:off x="6523140" y="4509886"/>
            <a:ext cx="277179" cy="759683"/>
            <a:chOff x="4011686" y="3517258"/>
            <a:chExt cx="277179" cy="759683"/>
          </a:xfrm>
        </p:grpSpPr>
        <p:sp>
          <p:nvSpPr>
            <p:cNvPr id="57" name="Line 16 1 3 1 4"/>
            <p:cNvSpPr/>
            <p:nvPr/>
          </p:nvSpPr>
          <p:spPr>
            <a:xfrm rot="10800000" flipH="1">
              <a:off x="4011691" y="4176356"/>
              <a:ext cx="264015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8" name="Line 16 1 3 1 4"/>
            <p:cNvSpPr/>
            <p:nvPr/>
          </p:nvSpPr>
          <p:spPr>
            <a:xfrm rot="10800000" flipH="1">
              <a:off x="4011686" y="4023948"/>
              <a:ext cx="0" cy="252991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9" name="Line 16 1 3 1 4"/>
            <p:cNvSpPr/>
            <p:nvPr/>
          </p:nvSpPr>
          <p:spPr>
            <a:xfrm rot="10800000" flipH="1">
              <a:off x="4275707" y="4023949"/>
              <a:ext cx="0" cy="252992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0" name="TextBox 59"/>
            <p:cNvSpPr txBox="1"/>
            <p:nvPr/>
          </p:nvSpPr>
          <p:spPr>
            <a:xfrm rot="16200000">
              <a:off x="3833772" y="3695352"/>
              <a:ext cx="6331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</a:rPr>
                <a:t>20mm</a:t>
              </a:r>
            </a:p>
          </p:txBody>
        </p:sp>
      </p:grpSp>
      <p:grpSp>
        <p:nvGrpSpPr>
          <p:cNvPr id="61" name="그룹 60"/>
          <p:cNvGrpSpPr/>
          <p:nvPr/>
        </p:nvGrpSpPr>
        <p:grpSpPr>
          <a:xfrm>
            <a:off x="5582042" y="3407611"/>
            <a:ext cx="862396" cy="276999"/>
            <a:chOff x="4011686" y="4013919"/>
            <a:chExt cx="862396" cy="276999"/>
          </a:xfrm>
        </p:grpSpPr>
        <p:sp>
          <p:nvSpPr>
            <p:cNvPr id="62" name="Line 16 1 3 1 4"/>
            <p:cNvSpPr/>
            <p:nvPr/>
          </p:nvSpPr>
          <p:spPr>
            <a:xfrm rot="10800000" flipH="1">
              <a:off x="4011690" y="4176356"/>
              <a:ext cx="264017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3" name="Line 16 1 3 1 4"/>
            <p:cNvSpPr/>
            <p:nvPr/>
          </p:nvSpPr>
          <p:spPr>
            <a:xfrm rot="10800000" flipH="1">
              <a:off x="4011686" y="4023948"/>
              <a:ext cx="0" cy="252991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4" name="Line 16 1 3 1 4"/>
            <p:cNvSpPr/>
            <p:nvPr/>
          </p:nvSpPr>
          <p:spPr>
            <a:xfrm rot="10800000" flipH="1">
              <a:off x="4275707" y="4023949"/>
              <a:ext cx="0" cy="252992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5" name="TextBox 64"/>
            <p:cNvSpPr txBox="1"/>
            <p:nvPr/>
          </p:nvSpPr>
          <p:spPr>
            <a:xfrm>
              <a:off x="4240895" y="4013919"/>
              <a:ext cx="6331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</a:rPr>
                <a:t>20mm</a:t>
              </a:r>
            </a:p>
          </p:txBody>
        </p:sp>
      </p:grpSp>
      <p:sp>
        <p:nvSpPr>
          <p:cNvPr id="67" name="Line 16 1 3 1 4"/>
          <p:cNvSpPr/>
          <p:nvPr/>
        </p:nvSpPr>
        <p:spPr>
          <a:xfrm rot="16200000" flipH="1">
            <a:off x="5864876" y="4235633"/>
            <a:ext cx="1031015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0" name="TextBox 69"/>
          <p:cNvSpPr txBox="1"/>
          <p:nvPr/>
        </p:nvSpPr>
        <p:spPr>
          <a:xfrm>
            <a:off x="6346013" y="4124556"/>
            <a:ext cx="659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100mm</a:t>
            </a:r>
          </a:p>
        </p:txBody>
      </p:sp>
      <p:grpSp>
        <p:nvGrpSpPr>
          <p:cNvPr id="71" name="그룹 70"/>
          <p:cNvGrpSpPr/>
          <p:nvPr/>
        </p:nvGrpSpPr>
        <p:grpSpPr>
          <a:xfrm>
            <a:off x="5756720" y="5040386"/>
            <a:ext cx="633187" cy="420552"/>
            <a:chOff x="3929065" y="4023948"/>
            <a:chExt cx="633187" cy="420552"/>
          </a:xfrm>
        </p:grpSpPr>
        <p:sp>
          <p:nvSpPr>
            <p:cNvPr id="72" name="Line 16 1 3 1 4"/>
            <p:cNvSpPr/>
            <p:nvPr/>
          </p:nvSpPr>
          <p:spPr>
            <a:xfrm rot="10800000" flipH="1">
              <a:off x="4011690" y="4176356"/>
              <a:ext cx="410045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3" name="Line 16 1 3 1 4"/>
            <p:cNvSpPr/>
            <p:nvPr/>
          </p:nvSpPr>
          <p:spPr>
            <a:xfrm rot="10800000" flipH="1">
              <a:off x="4011686" y="4023948"/>
              <a:ext cx="0" cy="252991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4" name="Line 16 1 3 1 4"/>
            <p:cNvSpPr/>
            <p:nvPr/>
          </p:nvSpPr>
          <p:spPr>
            <a:xfrm rot="10800000" flipH="1">
              <a:off x="4421736" y="4023949"/>
              <a:ext cx="0" cy="252992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5" name="TextBox 74"/>
            <p:cNvSpPr txBox="1"/>
            <p:nvPr/>
          </p:nvSpPr>
          <p:spPr>
            <a:xfrm>
              <a:off x="3929065" y="4167501"/>
              <a:ext cx="6331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</a:rPr>
                <a:t>40mm</a:t>
              </a:r>
            </a:p>
          </p:txBody>
        </p:sp>
      </p:grpSp>
      <p:grpSp>
        <p:nvGrpSpPr>
          <p:cNvPr id="76" name="그룹 75"/>
          <p:cNvGrpSpPr/>
          <p:nvPr/>
        </p:nvGrpSpPr>
        <p:grpSpPr>
          <a:xfrm>
            <a:off x="5091747" y="5040386"/>
            <a:ext cx="633187" cy="420552"/>
            <a:chOff x="3929065" y="4023948"/>
            <a:chExt cx="633187" cy="420552"/>
          </a:xfrm>
        </p:grpSpPr>
        <p:sp>
          <p:nvSpPr>
            <p:cNvPr id="77" name="Line 16 1 3 1 4"/>
            <p:cNvSpPr/>
            <p:nvPr/>
          </p:nvSpPr>
          <p:spPr>
            <a:xfrm rot="10800000" flipH="1">
              <a:off x="4011690" y="4176356"/>
              <a:ext cx="410045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8" name="Line 16 1 3 1 4"/>
            <p:cNvSpPr/>
            <p:nvPr/>
          </p:nvSpPr>
          <p:spPr>
            <a:xfrm rot="10800000" flipH="1">
              <a:off x="4011686" y="4023948"/>
              <a:ext cx="0" cy="252991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9" name="Line 16 1 3 1 4"/>
            <p:cNvSpPr/>
            <p:nvPr/>
          </p:nvSpPr>
          <p:spPr>
            <a:xfrm rot="10800000" flipH="1">
              <a:off x="4421736" y="4023949"/>
              <a:ext cx="0" cy="252992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0" name="TextBox 79"/>
            <p:cNvSpPr txBox="1"/>
            <p:nvPr/>
          </p:nvSpPr>
          <p:spPr>
            <a:xfrm>
              <a:off x="3929065" y="4167501"/>
              <a:ext cx="6331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</a:rPr>
                <a:t>40mm</a:t>
              </a:r>
            </a:p>
          </p:txBody>
        </p:sp>
      </p:grpSp>
      <p:sp>
        <p:nvSpPr>
          <p:cNvPr id="81" name="Line 16 1 3 1 4"/>
          <p:cNvSpPr/>
          <p:nvPr/>
        </p:nvSpPr>
        <p:spPr>
          <a:xfrm rot="10800000" flipH="1">
            <a:off x="5582104" y="3721174"/>
            <a:ext cx="0" cy="674939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cxnSp>
        <p:nvCxnSpPr>
          <p:cNvPr id="82" name="직선 연결선 81"/>
          <p:cNvCxnSpPr/>
          <p:nvPr/>
        </p:nvCxnSpPr>
        <p:spPr>
          <a:xfrm flipH="1">
            <a:off x="5582104" y="3721174"/>
            <a:ext cx="1193847" cy="0"/>
          </a:xfrm>
          <a:prstGeom prst="line">
            <a:avLst/>
          </a:prstGeom>
          <a:ln w="9525">
            <a:solidFill>
              <a:schemeClr val="tx1"/>
            </a:solidFill>
            <a:headEnd type="triangle" w="sm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6471381" y="3533338"/>
            <a:ext cx="2535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x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389743" y="4067838"/>
            <a:ext cx="264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y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7205871" y="3670632"/>
            <a:ext cx="2141777" cy="2829536"/>
            <a:chOff x="7332709" y="3487622"/>
            <a:chExt cx="2141777" cy="2829536"/>
          </a:xfrm>
        </p:grpSpPr>
        <p:grpSp>
          <p:nvGrpSpPr>
            <p:cNvPr id="86" name="그룹 85"/>
            <p:cNvGrpSpPr/>
            <p:nvPr/>
          </p:nvGrpSpPr>
          <p:grpSpPr>
            <a:xfrm>
              <a:off x="7614142" y="3785957"/>
              <a:ext cx="745320" cy="1863301"/>
              <a:chOff x="8794897" y="3168650"/>
              <a:chExt cx="720000" cy="1800000"/>
            </a:xfrm>
            <a:solidFill>
              <a:schemeClr val="bg1">
                <a:lumMod val="65000"/>
              </a:schemeClr>
            </a:solidFill>
          </p:grpSpPr>
          <p:sp>
            <p:nvSpPr>
              <p:cNvPr id="87" name="직사각형 86"/>
              <p:cNvSpPr/>
              <p:nvPr/>
            </p:nvSpPr>
            <p:spPr>
              <a:xfrm>
                <a:off x="9129697" y="3168650"/>
                <a:ext cx="50400" cy="1800000"/>
              </a:xfrm>
              <a:prstGeom prst="rect">
                <a:avLst/>
              </a:prstGeom>
              <a:grp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KoPubWorld바탕체_Pro Light" panose="00000300000000000000" pitchFamily="50" charset="-127"/>
                </a:endParaRPr>
              </a:p>
            </p:txBody>
          </p:sp>
          <p:sp>
            <p:nvSpPr>
              <p:cNvPr id="88" name="직사각형 87"/>
              <p:cNvSpPr/>
              <p:nvPr/>
            </p:nvSpPr>
            <p:spPr>
              <a:xfrm>
                <a:off x="8794897" y="3168650"/>
                <a:ext cx="720000" cy="75600"/>
              </a:xfrm>
              <a:prstGeom prst="rect">
                <a:avLst/>
              </a:prstGeom>
              <a:grp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KoPubWorld바탕체_Pro Light" panose="00000300000000000000" pitchFamily="50" charset="-127"/>
                </a:endParaRPr>
              </a:p>
            </p:txBody>
          </p:sp>
          <p:sp>
            <p:nvSpPr>
              <p:cNvPr id="89" name="직사각형 88"/>
              <p:cNvSpPr/>
              <p:nvPr/>
            </p:nvSpPr>
            <p:spPr>
              <a:xfrm>
                <a:off x="8794897" y="4892749"/>
                <a:ext cx="720000" cy="75600"/>
              </a:xfrm>
              <a:prstGeom prst="rect">
                <a:avLst/>
              </a:prstGeom>
              <a:grp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KoPubWorld바탕체_Pro Light" panose="00000300000000000000" pitchFamily="50" charset="-127"/>
                </a:endParaRPr>
              </a:p>
            </p:txBody>
          </p:sp>
        </p:grpSp>
        <p:grpSp>
          <p:nvGrpSpPr>
            <p:cNvPr id="90" name="그룹 89"/>
            <p:cNvGrpSpPr/>
            <p:nvPr/>
          </p:nvGrpSpPr>
          <p:grpSpPr>
            <a:xfrm rot="5400000">
              <a:off x="8007619" y="4181441"/>
              <a:ext cx="1862348" cy="1071387"/>
              <a:chOff x="2942889" y="3510183"/>
              <a:chExt cx="1332818" cy="766755"/>
            </a:xfrm>
          </p:grpSpPr>
          <p:sp>
            <p:nvSpPr>
              <p:cNvPr id="91" name="Line 16 1 3 1 4"/>
              <p:cNvSpPr/>
              <p:nvPr/>
            </p:nvSpPr>
            <p:spPr>
              <a:xfrm rot="10800000" flipH="1">
                <a:off x="2942890" y="4176356"/>
                <a:ext cx="1332817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miter/>
                <a:headEnd type="triangle" w="sm" len="lg"/>
                <a:tailEnd type="triangle" w="sm" len="lg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92" name="Line 16 1 3 1 4"/>
              <p:cNvSpPr/>
              <p:nvPr/>
            </p:nvSpPr>
            <p:spPr>
              <a:xfrm rot="10800000" flipH="1">
                <a:off x="2942889" y="4023947"/>
                <a:ext cx="0" cy="252991"/>
              </a:xfrm>
              <a:prstGeom prst="line">
                <a:avLst/>
              </a:prstGeom>
              <a:ln w="9525">
                <a:solidFill>
                  <a:schemeClr val="tx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94" name="TextBox 93"/>
              <p:cNvSpPr txBox="1"/>
              <p:nvPr/>
            </p:nvSpPr>
            <p:spPr>
              <a:xfrm rot="16200000">
                <a:off x="3257774" y="3761663"/>
                <a:ext cx="701200" cy="1982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KoPubWorld바탕체_Pro Light" panose="00000300000000000000" pitchFamily="50" charset="-127"/>
                    <a:ea typeface="KoPubWorld바탕체_Pro Light" panose="00000300000000000000" pitchFamily="50" charset="-127"/>
                  </a:rPr>
                  <a:t>600mm</a:t>
                </a:r>
              </a:p>
            </p:txBody>
          </p:sp>
        </p:grpSp>
        <p:grpSp>
          <p:nvGrpSpPr>
            <p:cNvPr id="95" name="그룹 94"/>
            <p:cNvGrpSpPr/>
            <p:nvPr/>
          </p:nvGrpSpPr>
          <p:grpSpPr>
            <a:xfrm>
              <a:off x="7616045" y="5717779"/>
              <a:ext cx="1008225" cy="381549"/>
              <a:chOff x="4011690" y="4023949"/>
              <a:chExt cx="721552" cy="273061"/>
            </a:xfrm>
          </p:grpSpPr>
          <p:sp>
            <p:nvSpPr>
              <p:cNvPr id="96" name="Line 16 1 3 1 4"/>
              <p:cNvSpPr/>
              <p:nvPr/>
            </p:nvSpPr>
            <p:spPr>
              <a:xfrm rot="10800000" flipH="1">
                <a:off x="4011690" y="4103778"/>
                <a:ext cx="529682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miter/>
                <a:headEnd type="triangle" w="sm" len="lg"/>
                <a:tailEnd type="triangle" w="sm" len="lg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98" name="Line 16 1 3 1 4"/>
              <p:cNvSpPr/>
              <p:nvPr/>
            </p:nvSpPr>
            <p:spPr>
              <a:xfrm rot="10800000" flipH="1">
                <a:off x="4541373" y="4023949"/>
                <a:ext cx="0" cy="216028"/>
              </a:xfrm>
              <a:prstGeom prst="line">
                <a:avLst/>
              </a:prstGeom>
              <a:ln w="9525">
                <a:solidFill>
                  <a:schemeClr val="tx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99" name="TextBox 98"/>
              <p:cNvSpPr txBox="1"/>
              <p:nvPr/>
            </p:nvSpPr>
            <p:spPr>
              <a:xfrm>
                <a:off x="4051722" y="4098771"/>
                <a:ext cx="681520" cy="1982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KoPubWorld바탕체_Pro Light" panose="00000300000000000000" pitchFamily="50" charset="-127"/>
                    <a:ea typeface="KoPubWorld바탕체_Pro Light" panose="00000300000000000000" pitchFamily="50" charset="-127"/>
                  </a:rPr>
                  <a:t>250mm</a:t>
                </a:r>
              </a:p>
            </p:txBody>
          </p:sp>
        </p:grpSp>
        <p:sp>
          <p:nvSpPr>
            <p:cNvPr id="100" name="Line 16 1 3 1 4"/>
            <p:cNvSpPr/>
            <p:nvPr/>
          </p:nvSpPr>
          <p:spPr>
            <a:xfrm rot="10800000" flipH="1" flipV="1">
              <a:off x="7746792" y="3487622"/>
              <a:ext cx="0" cy="301817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non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1" name="Line 16 1 3 1 4"/>
            <p:cNvSpPr/>
            <p:nvPr/>
          </p:nvSpPr>
          <p:spPr>
            <a:xfrm rot="10800000" flipH="1">
              <a:off x="7746792" y="3869084"/>
              <a:ext cx="0" cy="301817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non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2" name="TextBox 101"/>
            <p:cNvSpPr txBox="1"/>
            <p:nvPr/>
          </p:nvSpPr>
          <p:spPr>
            <a:xfrm>
              <a:off x="7686535" y="3497438"/>
              <a:ext cx="9522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</a:rPr>
                <a:t>20mm</a:t>
              </a:r>
            </a:p>
          </p:txBody>
        </p:sp>
        <p:sp>
          <p:nvSpPr>
            <p:cNvPr id="103" name="Line 16 1 3 1 4"/>
            <p:cNvSpPr/>
            <p:nvPr/>
          </p:nvSpPr>
          <p:spPr>
            <a:xfrm rot="16200000" flipH="1" flipV="1">
              <a:off x="8162679" y="5300653"/>
              <a:ext cx="0" cy="301817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non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4" name="Line 16 1 3 1 4"/>
            <p:cNvSpPr/>
            <p:nvPr/>
          </p:nvSpPr>
          <p:spPr>
            <a:xfrm rot="16200000" flipH="1">
              <a:off x="7808853" y="5303295"/>
              <a:ext cx="0" cy="301817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non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5" name="TextBox 104"/>
            <p:cNvSpPr txBox="1"/>
            <p:nvPr/>
          </p:nvSpPr>
          <p:spPr>
            <a:xfrm>
              <a:off x="7332709" y="5258492"/>
              <a:ext cx="9522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</a:rPr>
                <a:t>10mm</a:t>
              </a:r>
            </a:p>
          </p:txBody>
        </p:sp>
        <p:cxnSp>
          <p:nvCxnSpPr>
            <p:cNvPr id="106" name="직선 연결선 105"/>
            <p:cNvCxnSpPr/>
            <p:nvPr/>
          </p:nvCxnSpPr>
          <p:spPr>
            <a:xfrm flipH="1">
              <a:off x="7604509" y="5657249"/>
              <a:ext cx="1430667" cy="0"/>
            </a:xfrm>
            <a:prstGeom prst="line">
              <a:avLst/>
            </a:prstGeom>
            <a:ln w="9525">
              <a:solidFill>
                <a:schemeClr val="tx1"/>
              </a:solidFill>
              <a:headEnd type="triangle" w="sm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Line 16 1 3 1 4"/>
            <p:cNvSpPr/>
            <p:nvPr/>
          </p:nvSpPr>
          <p:spPr>
            <a:xfrm rot="10800000" flipH="1">
              <a:off x="7614142" y="5657249"/>
              <a:ext cx="0" cy="659909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8" name="TextBox 107"/>
            <p:cNvSpPr txBox="1"/>
            <p:nvPr/>
          </p:nvSpPr>
          <p:spPr>
            <a:xfrm>
              <a:off x="8706293" y="5448667"/>
              <a:ext cx="2808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</a:rPr>
                <a:t>x</a:t>
              </a:r>
              <a:endPara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endParaRP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7427334" y="5977863"/>
              <a:ext cx="2648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</a:rPr>
                <a:t>y</a:t>
              </a:r>
              <a:endPara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endParaRPr>
            </a:p>
          </p:txBody>
        </p:sp>
        <p:grpSp>
          <p:nvGrpSpPr>
            <p:cNvPr id="7" name="그룹 6"/>
            <p:cNvGrpSpPr/>
            <p:nvPr/>
          </p:nvGrpSpPr>
          <p:grpSpPr>
            <a:xfrm>
              <a:off x="7748958" y="4438274"/>
              <a:ext cx="592085" cy="657435"/>
              <a:chOff x="7434617" y="3021514"/>
              <a:chExt cx="592085" cy="657435"/>
            </a:xfrm>
          </p:grpSpPr>
          <p:cxnSp>
            <p:nvCxnSpPr>
              <p:cNvPr id="112" name="직선 연결선 111"/>
              <p:cNvCxnSpPr/>
              <p:nvPr/>
            </p:nvCxnSpPr>
            <p:spPr>
              <a:xfrm flipH="1">
                <a:off x="7667237" y="3253022"/>
                <a:ext cx="338360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triangle" w="sm" len="lg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Line 16 1 3 1 4"/>
              <p:cNvSpPr/>
              <p:nvPr/>
            </p:nvSpPr>
            <p:spPr>
              <a:xfrm rot="10800000" flipH="1">
                <a:off x="7670519" y="3253022"/>
                <a:ext cx="0" cy="345376"/>
              </a:xfrm>
              <a:prstGeom prst="line">
                <a:avLst/>
              </a:prstGeom>
              <a:ln w="9525">
                <a:solidFill>
                  <a:schemeClr val="tx1"/>
                </a:solidFill>
                <a:miter/>
                <a:headEnd type="triangle" w="sm" len="lg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114" name="TextBox 113"/>
              <p:cNvSpPr txBox="1"/>
              <p:nvPr/>
            </p:nvSpPr>
            <p:spPr>
              <a:xfrm>
                <a:off x="7726620" y="3021514"/>
                <a:ext cx="3000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i="1" dirty="0">
                    <a:latin typeface="KoPubWorld바탕체_Pro Light" panose="00000300000000000000" pitchFamily="50" charset="-127"/>
                    <a:ea typeface="KoPubWorld바탕체_Pro Light" panose="00000300000000000000" pitchFamily="50" charset="-127"/>
                  </a:rPr>
                  <a:t>X</a:t>
                </a:r>
                <a:endParaRPr lang="en-US" sz="1200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</a:endParaRPr>
              </a:p>
            </p:txBody>
          </p:sp>
          <p:sp>
            <p:nvSpPr>
              <p:cNvPr id="115" name="TextBox 114"/>
              <p:cNvSpPr txBox="1"/>
              <p:nvPr/>
            </p:nvSpPr>
            <p:spPr>
              <a:xfrm>
                <a:off x="7434617" y="3401950"/>
                <a:ext cx="3000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i="1" dirty="0">
                    <a:latin typeface="KoPubWorld바탕체_Pro Light" panose="00000300000000000000" pitchFamily="50" charset="-127"/>
                    <a:ea typeface="KoPubWorld바탕체_Pro Light" panose="00000300000000000000" pitchFamily="50" charset="-127"/>
                  </a:rPr>
                  <a:t>Y</a:t>
                </a:r>
                <a:endParaRPr lang="en-US" sz="1200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</a:endParaRPr>
              </a:p>
            </p:txBody>
          </p:sp>
        </p:grpSp>
      </p:grpSp>
      <p:sp>
        <p:nvSpPr>
          <p:cNvPr id="118" name="이등변 삼각형 117"/>
          <p:cNvSpPr/>
          <p:nvPr/>
        </p:nvSpPr>
        <p:spPr>
          <a:xfrm>
            <a:off x="10164926" y="4063826"/>
            <a:ext cx="609463" cy="1523660"/>
          </a:xfrm>
          <a:prstGeom prst="triangle">
            <a:avLst>
              <a:gd name="adj" fmla="val 0"/>
            </a:avLst>
          </a:prstGeom>
          <a:solidFill>
            <a:schemeClr val="bg1">
              <a:lumMod val="65000"/>
            </a:schemeClr>
          </a:solidFill>
          <a:ln cap="rnd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119" name="Line 16 1 3 1 4"/>
          <p:cNvSpPr/>
          <p:nvPr/>
        </p:nvSpPr>
        <p:spPr>
          <a:xfrm rot="10800000" flipH="1">
            <a:off x="10372907" y="5247886"/>
            <a:ext cx="0" cy="709963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cxnSp>
        <p:nvCxnSpPr>
          <p:cNvPr id="120" name="직선 연결선 119"/>
          <p:cNvCxnSpPr>
            <a:endCxn id="119" idx="1"/>
          </p:cNvCxnSpPr>
          <p:nvPr/>
        </p:nvCxnSpPr>
        <p:spPr>
          <a:xfrm flipH="1">
            <a:off x="10372909" y="5247886"/>
            <a:ext cx="756344" cy="0"/>
          </a:xfrm>
          <a:prstGeom prst="line">
            <a:avLst/>
          </a:prstGeom>
          <a:ln w="9525">
            <a:solidFill>
              <a:schemeClr val="tx1"/>
            </a:solidFill>
            <a:headEnd type="triangle" w="sm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10818771" y="5024020"/>
            <a:ext cx="2808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x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10169474" y="5749112"/>
            <a:ext cx="264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y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</a:endParaRPr>
          </a:p>
        </p:txBody>
      </p:sp>
      <p:grpSp>
        <p:nvGrpSpPr>
          <p:cNvPr id="127" name="그룹 126"/>
          <p:cNvGrpSpPr/>
          <p:nvPr/>
        </p:nvGrpSpPr>
        <p:grpSpPr>
          <a:xfrm rot="5400000">
            <a:off x="9032527" y="4482077"/>
            <a:ext cx="1522218" cy="680906"/>
            <a:chOff x="4011685" y="3980230"/>
            <a:chExt cx="899148" cy="402200"/>
          </a:xfrm>
        </p:grpSpPr>
        <p:sp>
          <p:nvSpPr>
            <p:cNvPr id="128" name="Line 16 1 3 1 4"/>
            <p:cNvSpPr/>
            <p:nvPr/>
          </p:nvSpPr>
          <p:spPr>
            <a:xfrm rot="10800000" flipH="1">
              <a:off x="4011689" y="4102527"/>
              <a:ext cx="899144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9" name="Line 16 1 3 1 4"/>
            <p:cNvSpPr/>
            <p:nvPr/>
          </p:nvSpPr>
          <p:spPr>
            <a:xfrm rot="10800000" flipH="1">
              <a:off x="4011685" y="4023949"/>
              <a:ext cx="0" cy="152407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0" name="Line 16 1 3 1 4"/>
            <p:cNvSpPr/>
            <p:nvPr/>
          </p:nvSpPr>
          <p:spPr>
            <a:xfrm rot="10800000" flipH="1">
              <a:off x="4910832" y="4023951"/>
              <a:ext cx="0" cy="15240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1" name="TextBox 130"/>
            <p:cNvSpPr txBox="1"/>
            <p:nvPr/>
          </p:nvSpPr>
          <p:spPr>
            <a:xfrm rot="16200000">
              <a:off x="4319298" y="4044981"/>
              <a:ext cx="402200" cy="27269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</a:rPr>
                <a:t>600mm</a:t>
              </a:r>
            </a:p>
          </p:txBody>
        </p:sp>
      </p:grpSp>
      <p:grpSp>
        <p:nvGrpSpPr>
          <p:cNvPr id="132" name="그룹 131"/>
          <p:cNvGrpSpPr/>
          <p:nvPr/>
        </p:nvGrpSpPr>
        <p:grpSpPr>
          <a:xfrm rot="5400000">
            <a:off x="10317893" y="3549800"/>
            <a:ext cx="258015" cy="609463"/>
            <a:chOff x="9163146" y="4259298"/>
            <a:chExt cx="152405" cy="360000"/>
          </a:xfrm>
        </p:grpSpPr>
        <p:sp>
          <p:nvSpPr>
            <p:cNvPr id="133" name="Line 16 1 3 1 4"/>
            <p:cNvSpPr/>
            <p:nvPr/>
          </p:nvSpPr>
          <p:spPr>
            <a:xfrm rot="16200000" flipH="1">
              <a:off x="9059358" y="4439298"/>
              <a:ext cx="360000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4" name="Line 16 1 3 1 4"/>
            <p:cNvSpPr/>
            <p:nvPr/>
          </p:nvSpPr>
          <p:spPr>
            <a:xfrm rot="16200000" flipH="1">
              <a:off x="9239349" y="4183095"/>
              <a:ext cx="0" cy="15240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5" name="Line 16 1 3 1 4"/>
            <p:cNvSpPr/>
            <p:nvPr/>
          </p:nvSpPr>
          <p:spPr>
            <a:xfrm rot="16200000" flipH="1">
              <a:off x="9239348" y="4543096"/>
              <a:ext cx="0" cy="152403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136" name="TextBox 135"/>
          <p:cNvSpPr txBox="1"/>
          <p:nvPr/>
        </p:nvSpPr>
        <p:spPr>
          <a:xfrm>
            <a:off x="10124097" y="3628752"/>
            <a:ext cx="653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300mm</a:t>
            </a:r>
          </a:p>
        </p:txBody>
      </p:sp>
      <p:grpSp>
        <p:nvGrpSpPr>
          <p:cNvPr id="153" name="그룹 152"/>
          <p:cNvGrpSpPr/>
          <p:nvPr/>
        </p:nvGrpSpPr>
        <p:grpSpPr>
          <a:xfrm rot="5400000">
            <a:off x="3500414" y="1780022"/>
            <a:ext cx="106243" cy="241471"/>
            <a:chOff x="9197991" y="4377826"/>
            <a:chExt cx="106243" cy="241471"/>
          </a:xfrm>
        </p:grpSpPr>
        <p:sp>
          <p:nvSpPr>
            <p:cNvPr id="154" name="Line 16 1 3 1 4"/>
            <p:cNvSpPr/>
            <p:nvPr/>
          </p:nvSpPr>
          <p:spPr>
            <a:xfrm rot="16200000" flipH="1">
              <a:off x="9119677" y="4499615"/>
              <a:ext cx="239364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none" w="sm" len="lg"/>
              <a:tailEnd type="non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5" name="Line 16 1 3 1 4"/>
            <p:cNvSpPr/>
            <p:nvPr/>
          </p:nvSpPr>
          <p:spPr>
            <a:xfrm rot="16200000" flipH="1">
              <a:off x="9251113" y="4324704"/>
              <a:ext cx="0" cy="106243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158" name="Line 16 1 3 1 4"/>
          <p:cNvSpPr/>
          <p:nvPr/>
        </p:nvSpPr>
        <p:spPr>
          <a:xfrm rot="16200000" flipH="1" flipV="1">
            <a:off x="3809629" y="1737788"/>
            <a:ext cx="0" cy="301817"/>
          </a:xfrm>
          <a:prstGeom prst="line">
            <a:avLst/>
          </a:prstGeom>
          <a:ln w="9525">
            <a:solidFill>
              <a:schemeClr val="tx1"/>
            </a:solidFill>
            <a:miter/>
            <a:headEnd type="non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5" name="Line 16 1 3 1 4"/>
          <p:cNvSpPr/>
          <p:nvPr/>
        </p:nvSpPr>
        <p:spPr>
          <a:xfrm rot="16200000" flipH="1">
            <a:off x="3302074" y="1740431"/>
            <a:ext cx="0" cy="301817"/>
          </a:xfrm>
          <a:prstGeom prst="line">
            <a:avLst/>
          </a:prstGeom>
          <a:ln w="9525">
            <a:solidFill>
              <a:schemeClr val="tx1"/>
            </a:solidFill>
            <a:miter/>
            <a:headEnd type="none" w="sm" len="lg"/>
            <a:tailEnd type="triangle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3" name="TextBox 182"/>
          <p:cNvSpPr txBox="1"/>
          <p:nvPr/>
        </p:nvSpPr>
        <p:spPr>
          <a:xfrm>
            <a:off x="3716090" y="1671384"/>
            <a:ext cx="456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2</a:t>
            </a:r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b</a:t>
            </a:r>
            <a:r>
              <a: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/3</a:t>
            </a:r>
          </a:p>
        </p:txBody>
      </p:sp>
      <p:sp>
        <p:nvSpPr>
          <p:cNvPr id="187" name="Line 16 1 3 1 4"/>
          <p:cNvSpPr/>
          <p:nvPr/>
        </p:nvSpPr>
        <p:spPr>
          <a:xfrm rot="10800000" flipH="1">
            <a:off x="10155759" y="5587485"/>
            <a:ext cx="0" cy="534399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cxnSp>
        <p:nvCxnSpPr>
          <p:cNvPr id="188" name="직선 연결선 187"/>
          <p:cNvCxnSpPr>
            <a:endCxn id="187" idx="1"/>
          </p:cNvCxnSpPr>
          <p:nvPr/>
        </p:nvCxnSpPr>
        <p:spPr>
          <a:xfrm flipH="1" flipV="1">
            <a:off x="10155760" y="5587485"/>
            <a:ext cx="973494" cy="2"/>
          </a:xfrm>
          <a:prstGeom prst="line">
            <a:avLst/>
          </a:prstGeom>
          <a:ln w="9525">
            <a:solidFill>
              <a:schemeClr val="tx1"/>
            </a:solidFill>
            <a:headEnd type="triangle" w="sm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extBox 188"/>
          <p:cNvSpPr txBox="1"/>
          <p:nvPr/>
        </p:nvSpPr>
        <p:spPr>
          <a:xfrm>
            <a:off x="10838960" y="5375343"/>
            <a:ext cx="3000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X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9947764" y="5788826"/>
            <a:ext cx="3000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Y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</a:endParaRPr>
          </a:p>
        </p:txBody>
      </p:sp>
      <p:grpSp>
        <p:nvGrpSpPr>
          <p:cNvPr id="13" name="그룹 12"/>
          <p:cNvGrpSpPr/>
          <p:nvPr/>
        </p:nvGrpSpPr>
        <p:grpSpPr>
          <a:xfrm rot="-3600000">
            <a:off x="9989867" y="4904257"/>
            <a:ext cx="1098493" cy="792007"/>
            <a:chOff x="9889028" y="4110985"/>
            <a:chExt cx="1098493" cy="792007"/>
          </a:xfrm>
        </p:grpSpPr>
        <p:sp>
          <p:nvSpPr>
            <p:cNvPr id="191" name="Line 16 1 3 1 4"/>
            <p:cNvSpPr/>
            <p:nvPr/>
          </p:nvSpPr>
          <p:spPr>
            <a:xfrm rot="10800000" flipH="1">
              <a:off x="9993818" y="4323125"/>
              <a:ext cx="0" cy="534399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cxnSp>
          <p:nvCxnSpPr>
            <p:cNvPr id="192" name="직선 연결선 191"/>
            <p:cNvCxnSpPr>
              <a:endCxn id="191" idx="1"/>
            </p:cNvCxnSpPr>
            <p:nvPr/>
          </p:nvCxnSpPr>
          <p:spPr>
            <a:xfrm flipH="1" flipV="1">
              <a:off x="9993819" y="4323125"/>
              <a:ext cx="973494" cy="2"/>
            </a:xfrm>
            <a:prstGeom prst="line">
              <a:avLst/>
            </a:prstGeom>
            <a:ln w="9525">
              <a:solidFill>
                <a:schemeClr val="tx1"/>
              </a:solidFill>
              <a:headEnd type="triangle" w="sm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TextBox 192"/>
            <p:cNvSpPr txBox="1"/>
            <p:nvPr/>
          </p:nvSpPr>
          <p:spPr>
            <a:xfrm>
              <a:off x="10645761" y="4110985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</a:rPr>
                <a:t>X’</a:t>
              </a:r>
            </a:p>
          </p:txBody>
        </p:sp>
        <p:sp>
          <p:nvSpPr>
            <p:cNvPr id="194" name="TextBox 193"/>
            <p:cNvSpPr txBox="1"/>
            <p:nvPr/>
          </p:nvSpPr>
          <p:spPr>
            <a:xfrm>
              <a:off x="9889028" y="4625993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</a:rPr>
                <a:t>Y’</a:t>
              </a:r>
              <a:endPara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endParaRPr>
            </a:p>
          </p:txBody>
        </p:sp>
      </p:grpSp>
      <p:sp>
        <p:nvSpPr>
          <p:cNvPr id="4" name="자유형 3"/>
          <p:cNvSpPr/>
          <p:nvPr/>
        </p:nvSpPr>
        <p:spPr>
          <a:xfrm>
            <a:off x="4693241" y="900616"/>
            <a:ext cx="1445741" cy="1501346"/>
          </a:xfrm>
          <a:custGeom>
            <a:avLst/>
            <a:gdLst>
              <a:gd name="connsiteX0" fmla="*/ 543697 w 1445741"/>
              <a:gd name="connsiteY0" fmla="*/ 0 h 1501346"/>
              <a:gd name="connsiteX1" fmla="*/ 1445741 w 1445741"/>
              <a:gd name="connsiteY1" fmla="*/ 160638 h 1501346"/>
              <a:gd name="connsiteX2" fmla="*/ 1000897 w 1445741"/>
              <a:gd name="connsiteY2" fmla="*/ 1501346 h 1501346"/>
              <a:gd name="connsiteX3" fmla="*/ 0 w 1445741"/>
              <a:gd name="connsiteY3" fmla="*/ 1081217 h 1501346"/>
              <a:gd name="connsiteX4" fmla="*/ 111211 w 1445741"/>
              <a:gd name="connsiteY4" fmla="*/ 247136 h 1501346"/>
              <a:gd name="connsiteX5" fmla="*/ 172995 w 1445741"/>
              <a:gd name="connsiteY5" fmla="*/ 197709 h 1501346"/>
              <a:gd name="connsiteX6" fmla="*/ 543697 w 1445741"/>
              <a:gd name="connsiteY6" fmla="*/ 0 h 1501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45741" h="1501346">
                <a:moveTo>
                  <a:pt x="543697" y="0"/>
                </a:moveTo>
                <a:lnTo>
                  <a:pt x="1445741" y="160638"/>
                </a:lnTo>
                <a:lnTo>
                  <a:pt x="1000897" y="1501346"/>
                </a:lnTo>
                <a:lnTo>
                  <a:pt x="0" y="1081217"/>
                </a:lnTo>
                <a:lnTo>
                  <a:pt x="111211" y="247136"/>
                </a:lnTo>
                <a:lnTo>
                  <a:pt x="172995" y="197709"/>
                </a:lnTo>
                <a:lnTo>
                  <a:pt x="543697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156" name="Line 16 1 3 1 4"/>
          <p:cNvSpPr/>
          <p:nvPr/>
        </p:nvSpPr>
        <p:spPr>
          <a:xfrm rot="10800000" flipH="1">
            <a:off x="5263792" y="1569212"/>
            <a:ext cx="0" cy="709963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cxnSp>
        <p:nvCxnSpPr>
          <p:cNvPr id="157" name="직선 연결선 156"/>
          <p:cNvCxnSpPr>
            <a:endCxn id="156" idx="1"/>
          </p:cNvCxnSpPr>
          <p:nvPr/>
        </p:nvCxnSpPr>
        <p:spPr>
          <a:xfrm flipH="1">
            <a:off x="5263794" y="1569212"/>
            <a:ext cx="756344" cy="0"/>
          </a:xfrm>
          <a:prstGeom prst="line">
            <a:avLst/>
          </a:prstGeom>
          <a:ln w="9525">
            <a:solidFill>
              <a:schemeClr val="tx1"/>
            </a:solidFill>
            <a:headEnd type="triangle" w="sm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/>
          <p:cNvSpPr txBox="1"/>
          <p:nvPr/>
        </p:nvSpPr>
        <p:spPr>
          <a:xfrm>
            <a:off x="5709656" y="1345346"/>
            <a:ext cx="2808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x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5220887" y="1924193"/>
            <a:ext cx="264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y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</a:endParaRPr>
          </a:p>
        </p:txBody>
      </p:sp>
      <p:grpSp>
        <p:nvGrpSpPr>
          <p:cNvPr id="186" name="그룹 185"/>
          <p:cNvGrpSpPr/>
          <p:nvPr/>
        </p:nvGrpSpPr>
        <p:grpSpPr>
          <a:xfrm rot="-3600000">
            <a:off x="5111244" y="880952"/>
            <a:ext cx="1057446" cy="792007"/>
            <a:chOff x="9909867" y="4110985"/>
            <a:chExt cx="1057446" cy="792007"/>
          </a:xfrm>
        </p:grpSpPr>
        <p:sp>
          <p:nvSpPr>
            <p:cNvPr id="195" name="Line 16 1 3 1 4"/>
            <p:cNvSpPr/>
            <p:nvPr/>
          </p:nvSpPr>
          <p:spPr>
            <a:xfrm rot="10800000" flipH="1">
              <a:off x="9993818" y="4323125"/>
              <a:ext cx="0" cy="534399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cxnSp>
          <p:nvCxnSpPr>
            <p:cNvPr id="196" name="직선 연결선 195"/>
            <p:cNvCxnSpPr>
              <a:endCxn id="195" idx="1"/>
            </p:cNvCxnSpPr>
            <p:nvPr/>
          </p:nvCxnSpPr>
          <p:spPr>
            <a:xfrm flipH="1" flipV="1">
              <a:off x="9993819" y="4323125"/>
              <a:ext cx="973494" cy="2"/>
            </a:xfrm>
            <a:prstGeom prst="line">
              <a:avLst/>
            </a:prstGeom>
            <a:ln w="9525">
              <a:solidFill>
                <a:schemeClr val="tx1"/>
              </a:solidFill>
              <a:headEnd type="triangle" w="sm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TextBox 196"/>
            <p:cNvSpPr txBox="1"/>
            <p:nvPr/>
          </p:nvSpPr>
          <p:spPr>
            <a:xfrm>
              <a:off x="10666600" y="4110985"/>
              <a:ext cx="3000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</a:rPr>
                <a:t>X</a:t>
              </a:r>
            </a:p>
          </p:txBody>
        </p:sp>
        <p:sp>
          <p:nvSpPr>
            <p:cNvPr id="198" name="TextBox 197"/>
            <p:cNvSpPr txBox="1"/>
            <p:nvPr/>
          </p:nvSpPr>
          <p:spPr>
            <a:xfrm>
              <a:off x="9909867" y="4625993"/>
              <a:ext cx="3000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</a:rPr>
                <a:t>Y</a:t>
              </a:r>
              <a:endParaRPr lang="en-US" sz="12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endParaRPr>
            </a:p>
          </p:txBody>
        </p:sp>
      </p:grpSp>
      <p:sp>
        <p:nvSpPr>
          <p:cNvPr id="5" name="원호 4"/>
          <p:cNvSpPr/>
          <p:nvPr/>
        </p:nvSpPr>
        <p:spPr>
          <a:xfrm>
            <a:off x="5079824" y="1336267"/>
            <a:ext cx="408462" cy="463797"/>
          </a:xfrm>
          <a:prstGeom prst="arc">
            <a:avLst>
              <a:gd name="adj1" fmla="val 17673962"/>
              <a:gd name="adj2" fmla="val 0"/>
            </a:avLst>
          </a:prstGeom>
          <a:ln>
            <a:solidFill>
              <a:schemeClr val="tx1"/>
            </a:solidFill>
            <a:head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199" name="TextBox 198"/>
          <p:cNvSpPr txBox="1"/>
          <p:nvPr/>
        </p:nvSpPr>
        <p:spPr>
          <a:xfrm>
            <a:off x="5412624" y="1274180"/>
            <a:ext cx="2840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θ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</a:endParaRPr>
          </a:p>
        </p:txBody>
      </p:sp>
      <p:sp>
        <p:nvSpPr>
          <p:cNvPr id="200" name="Line 16 1 3 1 4"/>
          <p:cNvSpPr/>
          <p:nvPr/>
        </p:nvSpPr>
        <p:spPr>
          <a:xfrm rot="10800000" flipH="1">
            <a:off x="6387787" y="1987473"/>
            <a:ext cx="0" cy="709963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cxnSp>
        <p:nvCxnSpPr>
          <p:cNvPr id="201" name="직선 연결선 200"/>
          <p:cNvCxnSpPr>
            <a:endCxn id="200" idx="1"/>
          </p:cNvCxnSpPr>
          <p:nvPr/>
        </p:nvCxnSpPr>
        <p:spPr>
          <a:xfrm flipH="1">
            <a:off x="6387789" y="1987473"/>
            <a:ext cx="756344" cy="0"/>
          </a:xfrm>
          <a:prstGeom prst="line">
            <a:avLst/>
          </a:prstGeom>
          <a:ln w="9525">
            <a:solidFill>
              <a:schemeClr val="tx1"/>
            </a:solidFill>
            <a:headEnd type="triangle" w="sm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TextBox 201"/>
          <p:cNvSpPr txBox="1"/>
          <p:nvPr/>
        </p:nvSpPr>
        <p:spPr>
          <a:xfrm>
            <a:off x="6937291" y="1770078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X’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</a:endParaRPr>
          </a:p>
        </p:txBody>
      </p:sp>
      <p:sp>
        <p:nvSpPr>
          <p:cNvPr id="203" name="TextBox 202"/>
          <p:cNvSpPr txBox="1"/>
          <p:nvPr/>
        </p:nvSpPr>
        <p:spPr>
          <a:xfrm>
            <a:off x="6344882" y="2342454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Y’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</a:endParaRPr>
          </a:p>
        </p:txBody>
      </p:sp>
      <p:sp>
        <p:nvSpPr>
          <p:cNvPr id="205" name="Line 16 1 3 1 4"/>
          <p:cNvSpPr/>
          <p:nvPr/>
        </p:nvSpPr>
        <p:spPr>
          <a:xfrm rot="10800000" flipH="1">
            <a:off x="6943262" y="1577332"/>
            <a:ext cx="0" cy="709963"/>
          </a:xfrm>
          <a:prstGeom prst="line">
            <a:avLst/>
          </a:prstGeom>
          <a:ln w="9525">
            <a:solidFill>
              <a:schemeClr val="tx1"/>
            </a:solidFill>
            <a:miter/>
            <a:headEnd type="triangle" w="sm" len="lg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cxnSp>
        <p:nvCxnSpPr>
          <p:cNvPr id="206" name="직선 연결선 205"/>
          <p:cNvCxnSpPr>
            <a:endCxn id="205" idx="1"/>
          </p:cNvCxnSpPr>
          <p:nvPr/>
        </p:nvCxnSpPr>
        <p:spPr>
          <a:xfrm flipH="1">
            <a:off x="6943264" y="1577332"/>
            <a:ext cx="756344" cy="0"/>
          </a:xfrm>
          <a:prstGeom prst="line">
            <a:avLst/>
          </a:prstGeom>
          <a:ln w="9525">
            <a:solidFill>
              <a:schemeClr val="tx1"/>
            </a:solidFill>
            <a:headEnd type="triangle" w="sm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TextBox 206"/>
          <p:cNvSpPr txBox="1"/>
          <p:nvPr/>
        </p:nvSpPr>
        <p:spPr>
          <a:xfrm>
            <a:off x="7389126" y="1353466"/>
            <a:ext cx="2808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x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</a:endParaRPr>
          </a:p>
        </p:txBody>
      </p:sp>
      <p:sp>
        <p:nvSpPr>
          <p:cNvPr id="208" name="TextBox 207"/>
          <p:cNvSpPr txBox="1"/>
          <p:nvPr/>
        </p:nvSpPr>
        <p:spPr>
          <a:xfrm>
            <a:off x="6900357" y="1932313"/>
            <a:ext cx="2648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y</a:t>
            </a:r>
            <a:endParaRPr lang="en-US" sz="12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</a:endParaRPr>
          </a:p>
        </p:txBody>
      </p:sp>
      <p:sp>
        <p:nvSpPr>
          <p:cNvPr id="209" name="Line 16 1 3 1 4"/>
          <p:cNvSpPr/>
          <p:nvPr/>
        </p:nvSpPr>
        <p:spPr>
          <a:xfrm rot="16200000" flipH="1" flipV="1">
            <a:off x="6661776" y="1297008"/>
            <a:ext cx="0" cy="561762"/>
          </a:xfrm>
          <a:prstGeom prst="line">
            <a:avLst/>
          </a:prstGeom>
          <a:ln w="9525">
            <a:solidFill>
              <a:schemeClr val="tx1"/>
            </a:solidFill>
            <a:miter/>
            <a:headEnd type="none" w="sm" len="lg"/>
            <a:tailEnd type="arrow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0" name="TextBox 209"/>
          <p:cNvSpPr txBox="1"/>
          <p:nvPr/>
        </p:nvSpPr>
        <p:spPr>
          <a:xfrm>
            <a:off x="6569242" y="133777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d</a:t>
            </a:r>
            <a:r>
              <a:rPr lang="en-US" sz="1200" i="1" baseline="-250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x</a:t>
            </a:r>
            <a:endParaRPr lang="en-US" sz="1200" baseline="-250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</a:endParaRPr>
          </a:p>
        </p:txBody>
      </p:sp>
      <p:sp>
        <p:nvSpPr>
          <p:cNvPr id="211" name="Line 16 1 3 1 4"/>
          <p:cNvSpPr/>
          <p:nvPr/>
        </p:nvSpPr>
        <p:spPr>
          <a:xfrm rot="16200000" flipH="1" flipV="1">
            <a:off x="6155780" y="1802450"/>
            <a:ext cx="450231" cy="0"/>
          </a:xfrm>
          <a:prstGeom prst="line">
            <a:avLst/>
          </a:prstGeom>
          <a:ln w="9525">
            <a:solidFill>
              <a:schemeClr val="tx1"/>
            </a:solidFill>
            <a:miter/>
            <a:headEnd type="none" w="sm" len="lg"/>
            <a:tailEnd type="arrow" w="sm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2" name="TextBox 211"/>
          <p:cNvSpPr txBox="1"/>
          <p:nvPr/>
        </p:nvSpPr>
        <p:spPr>
          <a:xfrm>
            <a:off x="6135143" y="1674959"/>
            <a:ext cx="3289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d</a:t>
            </a:r>
            <a:r>
              <a:rPr lang="en-US" sz="1200" i="1" baseline="-25000" dirty="0" err="1">
                <a:latin typeface="KoPubWorld바탕체_Pro Light" panose="00000300000000000000" pitchFamily="50" charset="-127"/>
                <a:ea typeface="KoPubWorld바탕체_Pro Light" panose="00000300000000000000" pitchFamily="50" charset="-127"/>
              </a:rPr>
              <a:t>y</a:t>
            </a:r>
            <a:endParaRPr lang="en-US" sz="1200" baseline="-25000" dirty="0">
              <a:latin typeface="KoPubWorld바탕체_Pro Light" panose="00000300000000000000" pitchFamily="50" charset="-127"/>
              <a:ea typeface="KoPubWorld바탕체_Pro Light" panose="000003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03257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BEE6C7D-B28E-4796-83F3-24D634C1B969}"/>
              </a:ext>
            </a:extLst>
          </p:cNvPr>
          <p:cNvSpPr/>
          <p:nvPr/>
        </p:nvSpPr>
        <p:spPr>
          <a:xfrm>
            <a:off x="2467992" y="1837678"/>
            <a:ext cx="2880000" cy="288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바탕체_Pro Light" panose="00000300000000000000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F5E2176-FF0B-4F79-8434-CC08C55A9FB4}"/>
              </a:ext>
            </a:extLst>
          </p:cNvPr>
          <p:cNvGrpSpPr/>
          <p:nvPr/>
        </p:nvGrpSpPr>
        <p:grpSpPr>
          <a:xfrm rot="10800000">
            <a:off x="2467991" y="4893539"/>
            <a:ext cx="2879998" cy="471558"/>
            <a:chOff x="4011685" y="3853192"/>
            <a:chExt cx="1444816" cy="471558"/>
          </a:xfrm>
        </p:grpSpPr>
        <p:sp>
          <p:nvSpPr>
            <p:cNvPr id="6" name="Line 16 1 3 1 4">
              <a:extLst>
                <a:ext uri="{FF2B5EF4-FFF2-40B4-BE49-F238E27FC236}">
                  <a16:creationId xmlns:a16="http://schemas.microsoft.com/office/drawing/2014/main" id="{70B8DC7F-B327-4BF5-8B1E-A5160B9899D6}"/>
                </a:ext>
              </a:extLst>
            </p:cNvPr>
            <p:cNvSpPr/>
            <p:nvPr/>
          </p:nvSpPr>
          <p:spPr>
            <a:xfrm rot="10800000" flipH="1">
              <a:off x="4011689" y="4176357"/>
              <a:ext cx="1444811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" name="Line 16 1 3 1 4">
              <a:extLst>
                <a:ext uri="{FF2B5EF4-FFF2-40B4-BE49-F238E27FC236}">
                  <a16:creationId xmlns:a16="http://schemas.microsoft.com/office/drawing/2014/main" id="{A8EF140D-39FA-4D8D-A0BC-20B1D7CA0EFC}"/>
                </a:ext>
              </a:extLst>
            </p:cNvPr>
            <p:cNvSpPr/>
            <p:nvPr/>
          </p:nvSpPr>
          <p:spPr>
            <a:xfrm rot="10800000" flipH="1">
              <a:off x="4011685" y="4023949"/>
              <a:ext cx="0" cy="300801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" name="Line 16 1 3 1 4">
              <a:extLst>
                <a:ext uri="{FF2B5EF4-FFF2-40B4-BE49-F238E27FC236}">
                  <a16:creationId xmlns:a16="http://schemas.microsoft.com/office/drawing/2014/main" id="{A2E92898-9D46-4AC8-AD59-325A57600AAC}"/>
                </a:ext>
              </a:extLst>
            </p:cNvPr>
            <p:cNvSpPr/>
            <p:nvPr/>
          </p:nvSpPr>
          <p:spPr>
            <a:xfrm rot="10800000" flipH="1">
              <a:off x="5456501" y="4023950"/>
              <a:ext cx="0" cy="30079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B4EC4B7-1C2D-4DCA-ADE1-1C1CA6D266BA}"/>
                </a:ext>
              </a:extLst>
            </p:cNvPr>
            <p:cNvSpPr txBox="1"/>
            <p:nvPr/>
          </p:nvSpPr>
          <p:spPr>
            <a:xfrm rot="10800000">
              <a:off x="4569521" y="3853192"/>
              <a:ext cx="329144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  <a:cs typeface="KoPubWorld바탕체_Pro Light" panose="00000300000000000000" pitchFamily="50" charset="-127"/>
                </a:rPr>
                <a:t>2@4 m</a:t>
              </a: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8FEF6AD-D272-48EE-8019-134A4DE533FF}"/>
              </a:ext>
            </a:extLst>
          </p:cNvPr>
          <p:cNvSpPr/>
          <p:nvPr/>
        </p:nvSpPr>
        <p:spPr>
          <a:xfrm>
            <a:off x="2467987" y="1837678"/>
            <a:ext cx="1440000" cy="288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바탕체_Pro Light" panose="00000300000000000000" pitchFamily="50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7BE0AC8-ED3D-42F2-A569-53098D1D1CC3}"/>
              </a:ext>
            </a:extLst>
          </p:cNvPr>
          <p:cNvGrpSpPr/>
          <p:nvPr/>
        </p:nvGrpSpPr>
        <p:grpSpPr>
          <a:xfrm rot="16200000">
            <a:off x="4342660" y="3127276"/>
            <a:ext cx="2879998" cy="300801"/>
            <a:chOff x="4011685" y="4023949"/>
            <a:chExt cx="1444816" cy="300801"/>
          </a:xfrm>
        </p:grpSpPr>
        <p:sp>
          <p:nvSpPr>
            <p:cNvPr id="12" name="Line 16 1 3 1 4">
              <a:extLst>
                <a:ext uri="{FF2B5EF4-FFF2-40B4-BE49-F238E27FC236}">
                  <a16:creationId xmlns:a16="http://schemas.microsoft.com/office/drawing/2014/main" id="{A6B4E9E1-6F77-43CE-B16A-2D7BF5CBB3B8}"/>
                </a:ext>
              </a:extLst>
            </p:cNvPr>
            <p:cNvSpPr/>
            <p:nvPr/>
          </p:nvSpPr>
          <p:spPr>
            <a:xfrm rot="10800000" flipH="1">
              <a:off x="4011689" y="4176357"/>
              <a:ext cx="1444811" cy="0"/>
            </a:xfrm>
            <a:prstGeom prst="line">
              <a:avLst/>
            </a:prstGeom>
            <a:ln w="9525">
              <a:solidFill>
                <a:schemeClr val="tx1"/>
              </a:solidFill>
              <a:miter/>
              <a:headEnd type="triangle" w="sm" len="lg"/>
              <a:tailEnd type="triangle" w="sm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" name="Line 16 1 3 1 4">
              <a:extLst>
                <a:ext uri="{FF2B5EF4-FFF2-40B4-BE49-F238E27FC236}">
                  <a16:creationId xmlns:a16="http://schemas.microsoft.com/office/drawing/2014/main" id="{46820C78-33CA-4C95-9717-99631139C374}"/>
                </a:ext>
              </a:extLst>
            </p:cNvPr>
            <p:cNvSpPr/>
            <p:nvPr/>
          </p:nvSpPr>
          <p:spPr>
            <a:xfrm rot="10800000" flipH="1">
              <a:off x="4011685" y="4023949"/>
              <a:ext cx="0" cy="300801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4" name="Line 16 1 3 1 4">
              <a:extLst>
                <a:ext uri="{FF2B5EF4-FFF2-40B4-BE49-F238E27FC236}">
                  <a16:creationId xmlns:a16="http://schemas.microsoft.com/office/drawing/2014/main" id="{E52FCD4A-D408-4983-89A8-0D8C51AA4097}"/>
                </a:ext>
              </a:extLst>
            </p:cNvPr>
            <p:cNvSpPr/>
            <p:nvPr/>
          </p:nvSpPr>
          <p:spPr>
            <a:xfrm rot="10800000" flipH="1">
              <a:off x="5456501" y="4023950"/>
              <a:ext cx="0" cy="300795"/>
            </a:xfrm>
            <a:prstGeom prst="line">
              <a:avLst/>
            </a:prstGeom>
            <a:ln w="9525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039AB61-BC63-42B7-BAF5-FC5FF9893450}"/>
                </a:ext>
              </a:extLst>
            </p:cNvPr>
            <p:cNvSpPr txBox="1"/>
            <p:nvPr/>
          </p:nvSpPr>
          <p:spPr>
            <a:xfrm rot="10800000">
              <a:off x="4613850" y="4047746"/>
              <a:ext cx="240486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KoPubWorld바탕체_Pro Light" panose="00000300000000000000" pitchFamily="50" charset="-127"/>
                  <a:ea typeface="KoPubWorld바탕체_Pro Light" panose="00000300000000000000" pitchFamily="50" charset="-127"/>
                  <a:cs typeface="KoPubWorld바탕체_Pro Light" panose="00000300000000000000" pitchFamily="50" charset="-127"/>
                </a:rPr>
                <a:t>8 m</a:t>
              </a: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EBFFF6B-A6E7-4524-A2F9-293961FF49D8}"/>
              </a:ext>
            </a:extLst>
          </p:cNvPr>
          <p:cNvSpPr/>
          <p:nvPr/>
        </p:nvSpPr>
        <p:spPr>
          <a:xfrm>
            <a:off x="2344437" y="1714129"/>
            <a:ext cx="247095" cy="2470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A769AF-0AED-4062-A92F-22DD8B4C5ED0}"/>
              </a:ext>
            </a:extLst>
          </p:cNvPr>
          <p:cNvSpPr/>
          <p:nvPr/>
        </p:nvSpPr>
        <p:spPr>
          <a:xfrm>
            <a:off x="2344437" y="4594120"/>
            <a:ext cx="247095" cy="2470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F13CB41-C78A-4C6B-815E-5D4CCBE4B897}"/>
              </a:ext>
            </a:extLst>
          </p:cNvPr>
          <p:cNvSpPr/>
          <p:nvPr/>
        </p:nvSpPr>
        <p:spPr>
          <a:xfrm>
            <a:off x="5224433" y="1714129"/>
            <a:ext cx="247095" cy="2470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3B62BC5-53B1-479C-BCF2-B131B7821327}"/>
              </a:ext>
            </a:extLst>
          </p:cNvPr>
          <p:cNvSpPr/>
          <p:nvPr/>
        </p:nvSpPr>
        <p:spPr>
          <a:xfrm>
            <a:off x="5224433" y="4594120"/>
            <a:ext cx="247095" cy="2470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바탕체_Pro Light" panose="00000300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704D2D-90C0-455D-9E1D-94DBF96DDCC2}"/>
              </a:ext>
            </a:extLst>
          </p:cNvPr>
          <p:cNvSpPr txBox="1"/>
          <p:nvPr/>
        </p:nvSpPr>
        <p:spPr>
          <a:xfrm>
            <a:off x="3971896" y="3154220"/>
            <a:ext cx="65609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G</a:t>
            </a:r>
            <a:r>
              <a:rPr lang="en-US" sz="1200" baseline="-25000" dirty="0">
                <a:latin typeface="KoPubWorld바탕체_Pro Light" panose="00000300000000000000" pitchFamily="50" charset="-127"/>
                <a:ea typeface="KoPubWorld바탕체_Pro Light" panose="00000300000000000000" pitchFamily="50" charset="-127"/>
                <a:cs typeface="KoPubWorld바탕체_Pro Light" panose="00000300000000000000" pitchFamily="50" charset="-127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79967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2067</TotalTime>
  <Words>678</Words>
  <Application>Microsoft Office PowerPoint</Application>
  <PresentationFormat>와이드스크린</PresentationFormat>
  <Paragraphs>567</Paragraphs>
  <Slides>53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53</vt:i4>
      </vt:variant>
    </vt:vector>
  </HeadingPairs>
  <TitlesOfParts>
    <vt:vector size="59" baseType="lpstr">
      <vt:lpstr>KoPubWorld바탕체_Pro Light</vt:lpstr>
      <vt:lpstr>맑은 고딕</vt:lpstr>
      <vt:lpstr>Arial</vt:lpstr>
      <vt:lpstr>Calibri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2022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2021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Sungyong</dc:creator>
  <cp:lastModifiedBy>Sung-Yong</cp:lastModifiedBy>
  <cp:revision>124</cp:revision>
  <cp:lastPrinted>2022-06-20T23:55:50Z</cp:lastPrinted>
  <dcterms:created xsi:type="dcterms:W3CDTF">2019-04-21T23:00:35Z</dcterms:created>
  <dcterms:modified xsi:type="dcterms:W3CDTF">2023-12-20T18:04:56Z</dcterms:modified>
</cp:coreProperties>
</file>